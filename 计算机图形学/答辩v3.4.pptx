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84" r:id="rId2"/>
    <p:sldId id="257" r:id="rId3"/>
    <p:sldId id="356" r:id="rId4"/>
    <p:sldId id="274" r:id="rId5"/>
    <p:sldId id="322" r:id="rId6"/>
    <p:sldId id="307" r:id="rId7"/>
    <p:sldId id="359" r:id="rId8"/>
    <p:sldId id="369" r:id="rId9"/>
    <p:sldId id="368" r:id="rId10"/>
    <p:sldId id="302" r:id="rId11"/>
    <p:sldId id="358" r:id="rId12"/>
    <p:sldId id="263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介绍" id="{6148C249-11A5-43DB-B34A-117F7D301904}">
          <p14:sldIdLst>
            <p14:sldId id="284"/>
            <p14:sldId id="257"/>
          </p14:sldIdLst>
        </p14:section>
        <p14:section name="研究背景" id="{68C20642-36D6-4209-8828-2A91803EF162}">
          <p14:sldIdLst>
            <p14:sldId id="356"/>
            <p14:sldId id="274"/>
            <p14:sldId id="322"/>
          </p14:sldIdLst>
        </p14:section>
        <p14:section name="研究内容和目标" id="{E050BABD-2686-4E3E-A637-B81A0DBF43E2}">
          <p14:sldIdLst>
            <p14:sldId id="307"/>
            <p14:sldId id="359"/>
            <p14:sldId id="369"/>
          </p14:sldIdLst>
        </p14:section>
        <p14:section name="预期成果及形式" id="{A5C90D53-E19F-4ADA-928F-FB903429A43B}">
          <p14:sldIdLst>
            <p14:sldId id="368"/>
          </p14:sldIdLst>
        </p14:section>
        <p14:section name="总结" id="{78ADFF47-2B72-4036-8337-89836FFABC4F}">
          <p14:sldIdLst>
            <p14:sldId id="302"/>
          </p14:sldIdLst>
        </p14:section>
        <p14:section name="附录" id="{617E90A4-4446-4DD0-94EB-30EFE638E5FB}">
          <p14:sldIdLst>
            <p14:sldId id="358"/>
          </p14:sldIdLst>
        </p14:section>
        <p14:section name="End" id="{1444F0FA-A984-4633-9642-6448C5F3E1D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gs spring" initials="ss" lastIdx="2" clrIdx="0">
    <p:extLst>
      <p:ext uri="{19B8F6BF-5375-455C-9EA6-DF929625EA0E}">
        <p15:presenceInfo xmlns:p15="http://schemas.microsoft.com/office/powerpoint/2012/main" userId="c368c0eaa85f60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  <a:srgbClr val="004A99"/>
    <a:srgbClr val="5B9BD5"/>
    <a:srgbClr val="DEEBF7"/>
    <a:srgbClr val="FBDFC9"/>
    <a:srgbClr val="D4F4F2"/>
    <a:srgbClr val="E3F2D9"/>
    <a:srgbClr val="B5B6B6"/>
    <a:srgbClr val="F5F6F2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2" autoAdjust="0"/>
    <p:restoredTop sz="79056" autoAdjust="0"/>
  </p:normalViewPr>
  <p:slideViewPr>
    <p:cSldViewPr snapToGrid="0">
      <p:cViewPr>
        <p:scale>
          <a:sx n="75" d="100"/>
          <a:sy n="75" d="100"/>
        </p:scale>
        <p:origin x="2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48715E-2976-4C35-91CC-3C4D3F18F0B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187FE0D-0F5D-434C-9E51-B270DD17A9BE}">
      <dgm:prSet phldrT="[文本]"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环境激活</a:t>
          </a:r>
          <a:endParaRPr lang="zh-CN" altLang="en-US" b="1" dirty="0">
            <a:solidFill>
              <a:schemeClr val="tx1"/>
            </a:solidFill>
          </a:endParaRPr>
        </a:p>
      </dgm:t>
    </dgm:pt>
    <dgm:pt modelId="{B566D752-19FD-4881-A2E4-7A05861919DB}" type="parTrans" cxnId="{F7A3A47F-8FB9-4838-9DE2-075621DAB8DF}">
      <dgm:prSet/>
      <dgm:spPr/>
      <dgm:t>
        <a:bodyPr/>
        <a:lstStyle/>
        <a:p>
          <a:endParaRPr lang="zh-CN" altLang="en-US"/>
        </a:p>
      </dgm:t>
    </dgm:pt>
    <dgm:pt modelId="{88CE09F5-985D-40C2-993A-67C9FE721FCE}" type="sibTrans" cxnId="{F7A3A47F-8FB9-4838-9DE2-075621DAB8DF}">
      <dgm:prSet/>
      <dgm:spPr/>
      <dgm:t>
        <a:bodyPr/>
        <a:lstStyle/>
        <a:p>
          <a:endParaRPr lang="zh-CN" altLang="en-US"/>
        </a:p>
      </dgm:t>
    </dgm:pt>
    <dgm:pt modelId="{6BBDC12F-6DB9-4F36-96D8-F3E60D3CCB35}">
      <dgm:prSet phldrT="[文本]" custT="1"/>
      <dgm:spPr/>
      <dgm:t>
        <a:bodyPr/>
        <a:lstStyle/>
        <a:p>
          <a:r>
            <a:rPr lang="zh-CN" altLang="en-US" sz="1600" dirty="0" smtClean="0"/>
            <a:t>激活预先配置好的</a:t>
          </a:r>
          <a:r>
            <a:rPr lang="en-US" altLang="zh-CN" sz="1600" dirty="0" err="1" smtClean="0"/>
            <a:t>conda</a:t>
          </a:r>
          <a:r>
            <a:rPr lang="zh-CN" altLang="en-US" sz="1600" dirty="0" smtClean="0"/>
            <a:t>环境</a:t>
          </a:r>
          <a:endParaRPr lang="zh-CN" altLang="en-US" sz="1600" dirty="0"/>
        </a:p>
      </dgm:t>
    </dgm:pt>
    <dgm:pt modelId="{C27C5577-BDC4-4F29-9F08-68F84BF33B56}" type="parTrans" cxnId="{3A6A208D-54A4-4B9C-B6D7-A9EA1CCF9403}">
      <dgm:prSet/>
      <dgm:spPr/>
      <dgm:t>
        <a:bodyPr/>
        <a:lstStyle/>
        <a:p>
          <a:endParaRPr lang="zh-CN" altLang="en-US"/>
        </a:p>
      </dgm:t>
    </dgm:pt>
    <dgm:pt modelId="{4E719868-5313-40F9-8585-20C68F8E55C6}" type="sibTrans" cxnId="{3A6A208D-54A4-4B9C-B6D7-A9EA1CCF9403}">
      <dgm:prSet/>
      <dgm:spPr/>
      <dgm:t>
        <a:bodyPr/>
        <a:lstStyle/>
        <a:p>
          <a:endParaRPr lang="zh-CN" altLang="en-US"/>
        </a:p>
      </dgm:t>
    </dgm:pt>
    <dgm:pt modelId="{85C67CED-156E-4574-B2A9-ABE45C1F1F45}">
      <dgm:prSet phldrT="[文本]"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模型训练</a:t>
          </a:r>
          <a:endParaRPr lang="zh-CN" altLang="en-US" b="1" dirty="0">
            <a:solidFill>
              <a:schemeClr val="tx1"/>
            </a:solidFill>
          </a:endParaRPr>
        </a:p>
      </dgm:t>
    </dgm:pt>
    <dgm:pt modelId="{EF6D6B68-C23C-4282-AA3D-E1B30405B5A8}" type="parTrans" cxnId="{935984D2-B6B1-4EF1-BA07-FC6CB6CCCB91}">
      <dgm:prSet/>
      <dgm:spPr/>
      <dgm:t>
        <a:bodyPr/>
        <a:lstStyle/>
        <a:p>
          <a:endParaRPr lang="zh-CN" altLang="en-US"/>
        </a:p>
      </dgm:t>
    </dgm:pt>
    <dgm:pt modelId="{5DB3D6C7-5482-490B-A63F-3FB890A3399C}" type="sibTrans" cxnId="{935984D2-B6B1-4EF1-BA07-FC6CB6CCCB91}">
      <dgm:prSet/>
      <dgm:spPr/>
      <dgm:t>
        <a:bodyPr/>
        <a:lstStyle/>
        <a:p>
          <a:endParaRPr lang="zh-CN" altLang="en-US"/>
        </a:p>
      </dgm:t>
    </dgm:pt>
    <dgm:pt modelId="{7B1AA6FD-DFA0-484C-9255-07BFBAA3D884}">
      <dgm:prSet phldrT="[文本]"/>
      <dgm:spPr/>
      <dgm:t>
        <a:bodyPr/>
        <a:lstStyle/>
        <a:p>
          <a:r>
            <a:rPr lang="zh-CN" altLang="en-US" dirty="0" smtClean="0"/>
            <a:t>利用</a:t>
          </a:r>
          <a:r>
            <a:rPr lang="en-US" altLang="zh-CN" dirty="0" smtClean="0"/>
            <a:t>dataset/train</a:t>
          </a:r>
          <a:r>
            <a:rPr lang="zh-CN" altLang="en-US" dirty="0" smtClean="0"/>
            <a:t>文件夹里的图像数据进行模型训练操作，将训练后的权重数据保存在</a:t>
          </a:r>
          <a:r>
            <a:rPr lang="en-US" altLang="zh-CN" dirty="0" smtClean="0"/>
            <a:t>checkpoints</a:t>
          </a:r>
          <a:r>
            <a:rPr lang="zh-CN" altLang="en-US" dirty="0" smtClean="0"/>
            <a:t>文件夹</a:t>
          </a:r>
          <a:endParaRPr lang="zh-CN" altLang="en-US" dirty="0"/>
        </a:p>
      </dgm:t>
    </dgm:pt>
    <dgm:pt modelId="{2D1CF371-E40D-4D4E-8B70-2192F45ADAA4}" type="parTrans" cxnId="{28DB3BCC-2E06-4482-BE4F-2F8115C79415}">
      <dgm:prSet/>
      <dgm:spPr/>
      <dgm:t>
        <a:bodyPr/>
        <a:lstStyle/>
        <a:p>
          <a:endParaRPr lang="zh-CN" altLang="en-US"/>
        </a:p>
      </dgm:t>
    </dgm:pt>
    <dgm:pt modelId="{7F6199E0-1881-407B-B67C-87019EC495A6}" type="sibTrans" cxnId="{28DB3BCC-2E06-4482-BE4F-2F8115C79415}">
      <dgm:prSet/>
      <dgm:spPr/>
      <dgm:t>
        <a:bodyPr/>
        <a:lstStyle/>
        <a:p>
          <a:endParaRPr lang="zh-CN" altLang="en-US"/>
        </a:p>
      </dgm:t>
    </dgm:pt>
    <dgm:pt modelId="{A65CBDFB-AF19-42B7-990E-8C9F0A04309B}">
      <dgm:prSet phldrT="[文本]"/>
      <dgm:spPr/>
      <dgm:t>
        <a:bodyPr/>
        <a:lstStyle/>
        <a:p>
          <a:r>
            <a:rPr lang="zh-CN" altLang="en-US" b="1" dirty="0" smtClean="0">
              <a:solidFill>
                <a:schemeClr val="tx1"/>
              </a:solidFill>
            </a:rPr>
            <a:t>图像去噪</a:t>
          </a:r>
          <a:endParaRPr lang="zh-CN" altLang="en-US" b="1" dirty="0">
            <a:solidFill>
              <a:schemeClr val="tx1"/>
            </a:solidFill>
          </a:endParaRPr>
        </a:p>
      </dgm:t>
    </dgm:pt>
    <dgm:pt modelId="{5FA8647F-8780-4680-A9F6-4E382DA3A6E4}" type="parTrans" cxnId="{512FFE4F-EDA1-4921-B923-0DCC53D26712}">
      <dgm:prSet/>
      <dgm:spPr/>
      <dgm:t>
        <a:bodyPr/>
        <a:lstStyle/>
        <a:p>
          <a:endParaRPr lang="zh-CN" altLang="en-US"/>
        </a:p>
      </dgm:t>
    </dgm:pt>
    <dgm:pt modelId="{1AF76EE5-C03E-482D-89AE-D37022F6FA86}" type="sibTrans" cxnId="{512FFE4F-EDA1-4921-B923-0DCC53D26712}">
      <dgm:prSet/>
      <dgm:spPr/>
      <dgm:t>
        <a:bodyPr/>
        <a:lstStyle/>
        <a:p>
          <a:endParaRPr lang="zh-CN" altLang="en-US"/>
        </a:p>
      </dgm:t>
    </dgm:pt>
    <dgm:pt modelId="{D4F244CD-A70B-4086-9A8D-D5BEFCA62C46}">
      <dgm:prSet phldrT="[文本]"/>
      <dgm:spPr/>
      <dgm:t>
        <a:bodyPr/>
        <a:lstStyle/>
        <a:p>
          <a:r>
            <a:rPr lang="zh-CN" altLang="en-US" dirty="0" smtClean="0"/>
            <a:t>对</a:t>
          </a:r>
          <a:r>
            <a:rPr lang="en-US" altLang="zh-CN" dirty="0" smtClean="0"/>
            <a:t>dataset/</a:t>
          </a:r>
          <a:r>
            <a:rPr lang="en-US" altLang="zh-CN" dirty="0" err="1" smtClean="0"/>
            <a:t>val</a:t>
          </a:r>
          <a:r>
            <a:rPr lang="zh-CN" altLang="en-US" dirty="0" smtClean="0"/>
            <a:t>文件夹里的图像进行去噪操作，将前五个图像的结果保存在</a:t>
          </a:r>
          <a:r>
            <a:rPr lang="en-US" altLang="zh-CN" dirty="0" smtClean="0"/>
            <a:t>outputs</a:t>
          </a:r>
          <a:r>
            <a:rPr lang="zh-CN" altLang="en-US" dirty="0" smtClean="0"/>
            <a:t>文件夹</a:t>
          </a:r>
          <a:endParaRPr lang="zh-CN" altLang="en-US" dirty="0"/>
        </a:p>
      </dgm:t>
    </dgm:pt>
    <dgm:pt modelId="{7B2392D9-0C03-41D7-AEE7-05C11587E799}" type="parTrans" cxnId="{36E7CAA4-0819-4124-AC4E-4FC63A2069D5}">
      <dgm:prSet/>
      <dgm:spPr/>
      <dgm:t>
        <a:bodyPr/>
        <a:lstStyle/>
        <a:p>
          <a:endParaRPr lang="zh-CN" altLang="en-US"/>
        </a:p>
      </dgm:t>
    </dgm:pt>
    <dgm:pt modelId="{0CB4BD4A-E063-413C-97BB-CF0202632EE3}" type="sibTrans" cxnId="{36E7CAA4-0819-4124-AC4E-4FC63A2069D5}">
      <dgm:prSet/>
      <dgm:spPr/>
      <dgm:t>
        <a:bodyPr/>
        <a:lstStyle/>
        <a:p>
          <a:endParaRPr lang="zh-CN" altLang="en-US"/>
        </a:p>
      </dgm:t>
    </dgm:pt>
    <dgm:pt modelId="{D9D1713B-A11A-4DDD-9BB4-7382D065D106}" type="pres">
      <dgm:prSet presAssocID="{1148715E-2976-4C35-91CC-3C4D3F18F0B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B3ACF82-FC5E-425D-9D84-A92470AF7C9C}" type="pres">
      <dgm:prSet presAssocID="{2187FE0D-0F5D-434C-9E51-B270DD17A9BE}" presName="linNode" presStyleCnt="0"/>
      <dgm:spPr/>
    </dgm:pt>
    <dgm:pt modelId="{D306D8C8-B034-4372-A53B-336BE662E41C}" type="pres">
      <dgm:prSet presAssocID="{2187FE0D-0F5D-434C-9E51-B270DD17A9BE}" presName="parentText" presStyleLbl="node1" presStyleIdx="0" presStyleCnt="3" custScaleX="63360" custScaleY="8158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CA392C-0DE2-48B7-9B06-7463AE5191F6}" type="pres">
      <dgm:prSet presAssocID="{2187FE0D-0F5D-434C-9E51-B270DD17A9BE}" presName="descendantText" presStyleLbl="alignAccFollowNode1" presStyleIdx="0" presStyleCnt="3" custScaleX="10724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D1F731C-7D97-4CB9-838B-10A1E6E331FE}" type="pres">
      <dgm:prSet presAssocID="{88CE09F5-985D-40C2-993A-67C9FE721FCE}" presName="sp" presStyleCnt="0"/>
      <dgm:spPr/>
    </dgm:pt>
    <dgm:pt modelId="{B829EAA9-1C24-43F3-B762-F0AB1BAC362D}" type="pres">
      <dgm:prSet presAssocID="{85C67CED-156E-4574-B2A9-ABE45C1F1F45}" presName="linNode" presStyleCnt="0"/>
      <dgm:spPr/>
    </dgm:pt>
    <dgm:pt modelId="{1C6CD611-4B14-4974-B472-D1F6EDF6610C}" type="pres">
      <dgm:prSet presAssocID="{85C67CED-156E-4574-B2A9-ABE45C1F1F45}" presName="parentText" presStyleLbl="node1" presStyleIdx="1" presStyleCnt="3" custScaleX="63360" custScaleY="8158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79F131-1D1A-4380-8959-CE601831B044}" type="pres">
      <dgm:prSet presAssocID="{85C67CED-156E-4574-B2A9-ABE45C1F1F45}" presName="descendantText" presStyleLbl="alignAccFollowNode1" presStyleIdx="1" presStyleCnt="3" custScaleX="106404" custScaleY="13806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783466-AEDC-441E-AC77-82275FACBD9E}" type="pres">
      <dgm:prSet presAssocID="{5DB3D6C7-5482-490B-A63F-3FB890A3399C}" presName="sp" presStyleCnt="0"/>
      <dgm:spPr/>
    </dgm:pt>
    <dgm:pt modelId="{70743F08-B4C7-4DE0-86AD-19180B1417D4}" type="pres">
      <dgm:prSet presAssocID="{A65CBDFB-AF19-42B7-990E-8C9F0A04309B}" presName="linNode" presStyleCnt="0"/>
      <dgm:spPr/>
    </dgm:pt>
    <dgm:pt modelId="{28C19210-A2D2-4782-935A-B16A7E78F625}" type="pres">
      <dgm:prSet presAssocID="{A65CBDFB-AF19-42B7-990E-8C9F0A04309B}" presName="parentText" presStyleLbl="node1" presStyleIdx="2" presStyleCnt="3" custScaleX="63360" custScaleY="8158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0EEA87-981B-4CB1-B8A7-289B7D2D9C21}" type="pres">
      <dgm:prSet presAssocID="{A65CBDFB-AF19-42B7-990E-8C9F0A04309B}" presName="descendantText" presStyleLbl="alignAccFollowNode1" presStyleIdx="2" presStyleCnt="3" custScaleX="105695" custScaleY="6770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0D24E52-DD6E-478B-AD9B-2BABC6326BD2}" type="presOf" srcId="{A65CBDFB-AF19-42B7-990E-8C9F0A04309B}" destId="{28C19210-A2D2-4782-935A-B16A7E78F625}" srcOrd="0" destOrd="0" presId="urn:microsoft.com/office/officeart/2005/8/layout/vList5"/>
    <dgm:cxn modelId="{7476AE20-D347-415D-8196-33DFD5E8996F}" type="presOf" srcId="{1148715E-2976-4C35-91CC-3C4D3F18F0B3}" destId="{D9D1713B-A11A-4DDD-9BB4-7382D065D106}" srcOrd="0" destOrd="0" presId="urn:microsoft.com/office/officeart/2005/8/layout/vList5"/>
    <dgm:cxn modelId="{512FFE4F-EDA1-4921-B923-0DCC53D26712}" srcId="{1148715E-2976-4C35-91CC-3C4D3F18F0B3}" destId="{A65CBDFB-AF19-42B7-990E-8C9F0A04309B}" srcOrd="2" destOrd="0" parTransId="{5FA8647F-8780-4680-A9F6-4E382DA3A6E4}" sibTransId="{1AF76EE5-C03E-482D-89AE-D37022F6FA86}"/>
    <dgm:cxn modelId="{F7A3A47F-8FB9-4838-9DE2-075621DAB8DF}" srcId="{1148715E-2976-4C35-91CC-3C4D3F18F0B3}" destId="{2187FE0D-0F5D-434C-9E51-B270DD17A9BE}" srcOrd="0" destOrd="0" parTransId="{B566D752-19FD-4881-A2E4-7A05861919DB}" sibTransId="{88CE09F5-985D-40C2-993A-67C9FE721FCE}"/>
    <dgm:cxn modelId="{DE8536AB-AE95-4BAC-9442-F9E02ABC5BC2}" type="presOf" srcId="{6BBDC12F-6DB9-4F36-96D8-F3E60D3CCB35}" destId="{92CA392C-0DE2-48B7-9B06-7463AE5191F6}" srcOrd="0" destOrd="0" presId="urn:microsoft.com/office/officeart/2005/8/layout/vList5"/>
    <dgm:cxn modelId="{935984D2-B6B1-4EF1-BA07-FC6CB6CCCB91}" srcId="{1148715E-2976-4C35-91CC-3C4D3F18F0B3}" destId="{85C67CED-156E-4574-B2A9-ABE45C1F1F45}" srcOrd="1" destOrd="0" parTransId="{EF6D6B68-C23C-4282-AA3D-E1B30405B5A8}" sibTransId="{5DB3D6C7-5482-490B-A63F-3FB890A3399C}"/>
    <dgm:cxn modelId="{70A55154-A9CA-4A7E-A252-982693661552}" type="presOf" srcId="{7B1AA6FD-DFA0-484C-9255-07BFBAA3D884}" destId="{DF79F131-1D1A-4380-8959-CE601831B044}" srcOrd="0" destOrd="0" presId="urn:microsoft.com/office/officeart/2005/8/layout/vList5"/>
    <dgm:cxn modelId="{056A67C6-A1B4-46C7-90F9-9C1514377321}" type="presOf" srcId="{2187FE0D-0F5D-434C-9E51-B270DD17A9BE}" destId="{D306D8C8-B034-4372-A53B-336BE662E41C}" srcOrd="0" destOrd="0" presId="urn:microsoft.com/office/officeart/2005/8/layout/vList5"/>
    <dgm:cxn modelId="{17ED0D6F-4BFC-487F-905C-71477E324CFC}" type="presOf" srcId="{D4F244CD-A70B-4086-9A8D-D5BEFCA62C46}" destId="{CF0EEA87-981B-4CB1-B8A7-289B7D2D9C21}" srcOrd="0" destOrd="0" presId="urn:microsoft.com/office/officeart/2005/8/layout/vList5"/>
    <dgm:cxn modelId="{E4100908-08A2-424C-A34B-09ADBA988F61}" type="presOf" srcId="{85C67CED-156E-4574-B2A9-ABE45C1F1F45}" destId="{1C6CD611-4B14-4974-B472-D1F6EDF6610C}" srcOrd="0" destOrd="0" presId="urn:microsoft.com/office/officeart/2005/8/layout/vList5"/>
    <dgm:cxn modelId="{36E7CAA4-0819-4124-AC4E-4FC63A2069D5}" srcId="{A65CBDFB-AF19-42B7-990E-8C9F0A04309B}" destId="{D4F244CD-A70B-4086-9A8D-D5BEFCA62C46}" srcOrd="0" destOrd="0" parTransId="{7B2392D9-0C03-41D7-AEE7-05C11587E799}" sibTransId="{0CB4BD4A-E063-413C-97BB-CF0202632EE3}"/>
    <dgm:cxn modelId="{3A6A208D-54A4-4B9C-B6D7-A9EA1CCF9403}" srcId="{2187FE0D-0F5D-434C-9E51-B270DD17A9BE}" destId="{6BBDC12F-6DB9-4F36-96D8-F3E60D3CCB35}" srcOrd="0" destOrd="0" parTransId="{C27C5577-BDC4-4F29-9F08-68F84BF33B56}" sibTransId="{4E719868-5313-40F9-8585-20C68F8E55C6}"/>
    <dgm:cxn modelId="{28DB3BCC-2E06-4482-BE4F-2F8115C79415}" srcId="{85C67CED-156E-4574-B2A9-ABE45C1F1F45}" destId="{7B1AA6FD-DFA0-484C-9255-07BFBAA3D884}" srcOrd="0" destOrd="0" parTransId="{2D1CF371-E40D-4D4E-8B70-2192F45ADAA4}" sibTransId="{7F6199E0-1881-407B-B67C-87019EC495A6}"/>
    <dgm:cxn modelId="{DEF9EDD3-E56D-4912-90D8-77DF7ABAFD28}" type="presParOf" srcId="{D9D1713B-A11A-4DDD-9BB4-7382D065D106}" destId="{2B3ACF82-FC5E-425D-9D84-A92470AF7C9C}" srcOrd="0" destOrd="0" presId="urn:microsoft.com/office/officeart/2005/8/layout/vList5"/>
    <dgm:cxn modelId="{1C8AD9C2-E29E-4DED-AEFE-332AFED8B438}" type="presParOf" srcId="{2B3ACF82-FC5E-425D-9D84-A92470AF7C9C}" destId="{D306D8C8-B034-4372-A53B-336BE662E41C}" srcOrd="0" destOrd="0" presId="urn:microsoft.com/office/officeart/2005/8/layout/vList5"/>
    <dgm:cxn modelId="{D0657A20-8DF9-44AF-BCD1-429C3F212C2F}" type="presParOf" srcId="{2B3ACF82-FC5E-425D-9D84-A92470AF7C9C}" destId="{92CA392C-0DE2-48B7-9B06-7463AE5191F6}" srcOrd="1" destOrd="0" presId="urn:microsoft.com/office/officeart/2005/8/layout/vList5"/>
    <dgm:cxn modelId="{E77917C4-EA6F-413C-9284-86037A31B1A9}" type="presParOf" srcId="{D9D1713B-A11A-4DDD-9BB4-7382D065D106}" destId="{4D1F731C-7D97-4CB9-838B-10A1E6E331FE}" srcOrd="1" destOrd="0" presId="urn:microsoft.com/office/officeart/2005/8/layout/vList5"/>
    <dgm:cxn modelId="{08F884D9-DC84-40CE-A739-5E35E72235B0}" type="presParOf" srcId="{D9D1713B-A11A-4DDD-9BB4-7382D065D106}" destId="{B829EAA9-1C24-43F3-B762-F0AB1BAC362D}" srcOrd="2" destOrd="0" presId="urn:microsoft.com/office/officeart/2005/8/layout/vList5"/>
    <dgm:cxn modelId="{8D3EFDAC-4BF0-4E9E-81BE-AC0E59363F84}" type="presParOf" srcId="{B829EAA9-1C24-43F3-B762-F0AB1BAC362D}" destId="{1C6CD611-4B14-4974-B472-D1F6EDF6610C}" srcOrd="0" destOrd="0" presId="urn:microsoft.com/office/officeart/2005/8/layout/vList5"/>
    <dgm:cxn modelId="{0D4E2764-121B-4992-894A-8D9C6F5E70B2}" type="presParOf" srcId="{B829EAA9-1C24-43F3-B762-F0AB1BAC362D}" destId="{DF79F131-1D1A-4380-8959-CE601831B044}" srcOrd="1" destOrd="0" presId="urn:microsoft.com/office/officeart/2005/8/layout/vList5"/>
    <dgm:cxn modelId="{E39023F7-7A2D-4CDF-B9F4-E2F3D0A3050E}" type="presParOf" srcId="{D9D1713B-A11A-4DDD-9BB4-7382D065D106}" destId="{C1783466-AEDC-441E-AC77-82275FACBD9E}" srcOrd="3" destOrd="0" presId="urn:microsoft.com/office/officeart/2005/8/layout/vList5"/>
    <dgm:cxn modelId="{B094AF27-D538-40DC-BDA4-82EACE93D94C}" type="presParOf" srcId="{D9D1713B-A11A-4DDD-9BB4-7382D065D106}" destId="{70743F08-B4C7-4DE0-86AD-19180B1417D4}" srcOrd="4" destOrd="0" presId="urn:microsoft.com/office/officeart/2005/8/layout/vList5"/>
    <dgm:cxn modelId="{1C7C1998-956A-4023-A156-5367DE37E58A}" type="presParOf" srcId="{70743F08-B4C7-4DE0-86AD-19180B1417D4}" destId="{28C19210-A2D2-4782-935A-B16A7E78F625}" srcOrd="0" destOrd="0" presId="urn:microsoft.com/office/officeart/2005/8/layout/vList5"/>
    <dgm:cxn modelId="{4AC692AE-2FB6-42FD-9FC0-A30F8E54C960}" type="presParOf" srcId="{70743F08-B4C7-4DE0-86AD-19180B1417D4}" destId="{CF0EEA87-981B-4CB1-B8A7-289B7D2D9C2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A392C-0DE2-48B7-9B06-7463AE5191F6}">
      <dsp:nvSpPr>
        <dsp:cNvPr id="0" name=""/>
        <dsp:cNvSpPr/>
      </dsp:nvSpPr>
      <dsp:spPr>
        <a:xfrm rot="5400000">
          <a:off x="4708704" y="-2387354"/>
          <a:ext cx="1059084" cy="58552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激活预先配置好的</a:t>
          </a:r>
          <a:r>
            <a:rPr lang="en-US" altLang="zh-CN" sz="1600" kern="1200" dirty="0" err="1" smtClean="0"/>
            <a:t>conda</a:t>
          </a:r>
          <a:r>
            <a:rPr lang="zh-CN" altLang="en-US" sz="1600" kern="1200" dirty="0" smtClean="0"/>
            <a:t>环境</a:t>
          </a:r>
          <a:endParaRPr lang="zh-CN" altLang="en-US" sz="1600" kern="1200" dirty="0"/>
        </a:p>
      </dsp:txBody>
      <dsp:txXfrm rot="-5400000">
        <a:off x="2310627" y="62423"/>
        <a:ext cx="5803539" cy="955684"/>
      </dsp:txXfrm>
    </dsp:sp>
    <dsp:sp modelId="{D306D8C8-B034-4372-A53B-336BE662E41C}">
      <dsp:nvSpPr>
        <dsp:cNvPr id="0" name=""/>
        <dsp:cNvSpPr/>
      </dsp:nvSpPr>
      <dsp:spPr>
        <a:xfrm>
          <a:off x="364812" y="244"/>
          <a:ext cx="1945813" cy="1080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 smtClean="0">
              <a:solidFill>
                <a:schemeClr val="tx1"/>
              </a:solidFill>
            </a:rPr>
            <a:t>环境激活</a:t>
          </a:r>
          <a:endParaRPr lang="zh-CN" altLang="en-US" sz="3100" b="1" kern="1200" dirty="0">
            <a:solidFill>
              <a:schemeClr val="tx1"/>
            </a:solidFill>
          </a:endParaRPr>
        </a:p>
      </dsp:txBody>
      <dsp:txXfrm>
        <a:off x="417535" y="52967"/>
        <a:ext cx="1840367" cy="974595"/>
      </dsp:txXfrm>
    </dsp:sp>
    <dsp:sp modelId="{DF79F131-1D1A-4380-8959-CE601831B044}">
      <dsp:nvSpPr>
        <dsp:cNvPr id="0" name=""/>
        <dsp:cNvSpPr/>
      </dsp:nvSpPr>
      <dsp:spPr>
        <a:xfrm rot="5400000">
          <a:off x="4474669" y="-1021362"/>
          <a:ext cx="1462246" cy="57979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利用</a:t>
          </a:r>
          <a:r>
            <a:rPr lang="en-US" altLang="zh-CN" sz="1800" kern="1200" dirty="0" smtClean="0"/>
            <a:t>dataset/train</a:t>
          </a:r>
          <a:r>
            <a:rPr lang="zh-CN" altLang="en-US" sz="1800" kern="1200" dirty="0" smtClean="0"/>
            <a:t>文件夹里的图像数据进行模型训练操作，将训练后的权重数据保存在</a:t>
          </a:r>
          <a:r>
            <a:rPr lang="en-US" altLang="zh-CN" sz="1800" kern="1200" dirty="0" smtClean="0"/>
            <a:t>checkpoints</a:t>
          </a:r>
          <a:r>
            <a:rPr lang="zh-CN" altLang="en-US" sz="1800" kern="1200" dirty="0" smtClean="0"/>
            <a:t>文件夹</a:t>
          </a:r>
          <a:endParaRPr lang="zh-CN" altLang="en-US" sz="1800" kern="1200" dirty="0"/>
        </a:p>
      </dsp:txBody>
      <dsp:txXfrm rot="-5400000">
        <a:off x="2306829" y="1217859"/>
        <a:ext cx="5726547" cy="1319484"/>
      </dsp:txXfrm>
    </dsp:sp>
    <dsp:sp modelId="{1C6CD611-4B14-4974-B472-D1F6EDF6610C}">
      <dsp:nvSpPr>
        <dsp:cNvPr id="0" name=""/>
        <dsp:cNvSpPr/>
      </dsp:nvSpPr>
      <dsp:spPr>
        <a:xfrm>
          <a:off x="364812" y="1337580"/>
          <a:ext cx="1942015" cy="1080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 smtClean="0">
              <a:solidFill>
                <a:schemeClr val="tx1"/>
              </a:solidFill>
            </a:rPr>
            <a:t>模型训练</a:t>
          </a:r>
          <a:endParaRPr lang="zh-CN" altLang="en-US" sz="3100" b="1" kern="1200" dirty="0">
            <a:solidFill>
              <a:schemeClr val="tx1"/>
            </a:solidFill>
          </a:endParaRPr>
        </a:p>
      </dsp:txBody>
      <dsp:txXfrm>
        <a:off x="417535" y="1390303"/>
        <a:ext cx="1836569" cy="974595"/>
      </dsp:txXfrm>
    </dsp:sp>
    <dsp:sp modelId="{CF0EEA87-981B-4CB1-B8A7-289B7D2D9C21}">
      <dsp:nvSpPr>
        <dsp:cNvPr id="0" name=""/>
        <dsp:cNvSpPr/>
      </dsp:nvSpPr>
      <dsp:spPr>
        <a:xfrm rot="5400000">
          <a:off x="4837385" y="329657"/>
          <a:ext cx="717042" cy="57705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对</a:t>
          </a:r>
          <a:r>
            <a:rPr lang="en-US" altLang="zh-CN" sz="1800" kern="1200" dirty="0" smtClean="0"/>
            <a:t>dataset/</a:t>
          </a:r>
          <a:r>
            <a:rPr lang="en-US" altLang="zh-CN" sz="1800" kern="1200" dirty="0" err="1" smtClean="0"/>
            <a:t>val</a:t>
          </a:r>
          <a:r>
            <a:rPr lang="zh-CN" altLang="en-US" sz="1800" kern="1200" dirty="0" smtClean="0"/>
            <a:t>文件夹里的图像进行去噪操作，将前五个图像的结果保存在</a:t>
          </a:r>
          <a:r>
            <a:rPr lang="en-US" altLang="zh-CN" sz="1800" kern="1200" dirty="0" smtClean="0"/>
            <a:t>outputs</a:t>
          </a:r>
          <a:r>
            <a:rPr lang="zh-CN" altLang="en-US" sz="1800" kern="1200" dirty="0" smtClean="0"/>
            <a:t>文件夹</a:t>
          </a:r>
          <a:endParaRPr lang="zh-CN" altLang="en-US" sz="1800" kern="1200" dirty="0"/>
        </a:p>
      </dsp:txBody>
      <dsp:txXfrm rot="-5400000">
        <a:off x="2310627" y="2891419"/>
        <a:ext cx="5735557" cy="647036"/>
      </dsp:txXfrm>
    </dsp:sp>
    <dsp:sp modelId="{28C19210-A2D2-4782-935A-B16A7E78F625}">
      <dsp:nvSpPr>
        <dsp:cNvPr id="0" name=""/>
        <dsp:cNvSpPr/>
      </dsp:nvSpPr>
      <dsp:spPr>
        <a:xfrm>
          <a:off x="364812" y="2674917"/>
          <a:ext cx="1945813" cy="1080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 smtClean="0">
              <a:solidFill>
                <a:schemeClr val="tx1"/>
              </a:solidFill>
            </a:rPr>
            <a:t>图像去噪</a:t>
          </a:r>
          <a:endParaRPr lang="zh-CN" altLang="en-US" sz="3100" b="1" kern="1200" dirty="0">
            <a:solidFill>
              <a:schemeClr val="tx1"/>
            </a:solidFill>
          </a:endParaRPr>
        </a:p>
      </dsp:txBody>
      <dsp:txXfrm>
        <a:off x="417535" y="2727640"/>
        <a:ext cx="1840367" cy="974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1E5A-A47D-4B00-B0E0-6916135C8F7F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A4A4-E395-4D97-9260-020973A18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1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299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 </a:t>
            </a:r>
            <a:r>
              <a:rPr lang="zh-CN" altLang="en-US" dirty="0"/>
              <a:t>修改一下，稍微长了一点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7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D948-BCD9-8FCC-7DA3-D410162C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D0349E-E45F-4F85-9E6F-6349F1E76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897543-B528-DC78-2807-0CEE758E3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A942E4-5CF4-F597-E32D-5DEBF74C3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0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基本内容（任务定义）</a:t>
            </a:r>
            <a:r>
              <a:rPr lang="en-US" altLang="zh-CN" dirty="0"/>
              <a:t>ok</a:t>
            </a:r>
            <a:r>
              <a:rPr lang="zh-CN" altLang="en-US" dirty="0"/>
              <a:t>，顶端的导航栏有点问题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586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C870-DE35-77AB-D5EA-B78D762E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E9CB4-9FDB-51EC-8655-F617EA87E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F4C77D-62E1-B0D3-6D3D-3E047985C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基本内容（任务定义）</a:t>
            </a:r>
            <a:r>
              <a:rPr lang="en-US" altLang="zh-CN" dirty="0"/>
              <a:t>ok</a:t>
            </a:r>
            <a:r>
              <a:rPr lang="zh-CN" altLang="en-US" dirty="0"/>
              <a:t>，顶端的导航栏有点问题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3C2B95-6241-32B0-2C93-6FF452B42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34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也可以有大模型合成的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779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F41B-F181-9CEB-0814-1278E418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82D4AF-5FAB-EA93-9E53-B6C81E523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38CE7-3EE6-8FDB-BCA1-C21A3410D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934F9-5874-26ED-F4C1-D5AB264D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504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F41B-F181-9CEB-0814-1278E418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82D4AF-5FAB-EA93-9E53-B6C81E523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38CE7-3EE6-8FDB-BCA1-C21A3410D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934F9-5874-26ED-F4C1-D5AB264D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067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CE33-9A55-9F35-FF48-8C666436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686043-F492-ADAD-2CD3-AA6DD1021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D00940-AEDA-0818-1065-FB3783556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B600A0-A1EC-74D6-A7DE-8802E5495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235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同理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98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746F-EE2A-663E-CB21-47953BBA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8F0BB0-08C6-16EA-CACC-E1B7D8D32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7250B3-FEFC-C398-DBA0-1E03899B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4238CE-FA70-A031-F2D9-6F25DFC0D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91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7755-26D8-41A8-B756-D674DB34C724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71DA-F852-4F08-8BC4-EF0FE6D0B539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3299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0C40F59-DB9F-42C9-8670-FD5C2598E646}" type="slidenum">
              <a:rPr lang="zh-CN" altLang="en-US" smtClean="0"/>
              <a:pPr/>
              <a:t>‹#›</a:t>
            </a:fld>
            <a:r>
              <a:rPr lang="en-US" altLang="zh-CN" dirty="0"/>
              <a:t>/22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876D3-A458-4D90-8F4F-75BBBB0A0190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3D922-1DF4-4D89-B90A-FC163A26D4DA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B561-1C73-4097-9AED-A3396FF69B4C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E056-366B-4DB9-B4C3-16759E36F74E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C8B2-2BDF-49DD-A1B6-0B6313CCF252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9F691-9979-4F1C-9983-A374CF4EB1F5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EE26-E5B1-4256-8851-4E52D7457808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BCB0-C867-4C5C-AF4F-C90DD6B9E2E5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25FF-73B7-470F-8966-1C7199BEAE96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FBB4D-9D93-4B4B-A82D-EF3E79B01FEA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4.svg"/><Relationship Id="rId2" Type="http://schemas.openxmlformats.org/officeDocument/2006/relationships/tags" Target="../tags/tag3.xml"/><Relationship Id="rId16" Type="http://schemas.openxmlformats.org/officeDocument/2006/relationships/image" Target="../media/image3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image" Target="../media/image4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19" Type="http://schemas.openxmlformats.org/officeDocument/2006/relationships/image" Target="../media/image1.jpe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.jpe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9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openxmlformats.org/officeDocument/2006/relationships/image" Target="../media/image1.jpeg"/><Relationship Id="rId9" Type="http://schemas.openxmlformats.org/officeDocument/2006/relationships/diagramColors" Target="../diagrams/colors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4.png"/><Relationship Id="rId10" Type="http://schemas.openxmlformats.org/officeDocument/2006/relationships/image" Target="../media/image20.JPG"/><Relationship Id="rId4" Type="http://schemas.openxmlformats.org/officeDocument/2006/relationships/image" Target="../media/image1.jpeg"/><Relationship Id="rId9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image" Target="../media/image1.jpe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6" Type="http://schemas.openxmlformats.org/officeDocument/2006/relationships/image" Target="../media/image4.sv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image" Target="../media/image3.png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A600E-37E3-66C0-D347-9184CF85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直角三角形 29">
            <a:extLst>
              <a:ext uri="{FF2B5EF4-FFF2-40B4-BE49-F238E27FC236}">
                <a16:creationId xmlns:a16="http://schemas.microsoft.com/office/drawing/2014/main" id="{442BEB36-4FA1-D1FD-341A-EA43D9BA903A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直角三角形 25">
            <a:extLst>
              <a:ext uri="{FF2B5EF4-FFF2-40B4-BE49-F238E27FC236}">
                <a16:creationId xmlns:a16="http://schemas.microsoft.com/office/drawing/2014/main" id="{5FDEF072-8248-0C96-4408-6366474F99D2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C9BD3DC-C669-E4EC-8130-9605A70A2595}"/>
              </a:ext>
            </a:extLst>
          </p:cNvPr>
          <p:cNvGrpSpPr/>
          <p:nvPr/>
        </p:nvGrpSpPr>
        <p:grpSpPr>
          <a:xfrm>
            <a:off x="489600" y="472440"/>
            <a:ext cx="11210923" cy="6019800"/>
            <a:chOff x="499072" y="441960"/>
            <a:chExt cx="11211033" cy="6019801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70AA799-F55D-C4AA-837B-EF86F9814AD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9072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5F83245-419C-01D9-4D97-972BF37CDDDD}"/>
                </a:ext>
              </a:extLst>
            </p:cNvPr>
            <p:cNvSpPr/>
            <p:nvPr userDrawn="1"/>
          </p:nvSpPr>
          <p:spPr>
            <a:xfrm>
              <a:off x="499072" y="441960"/>
              <a:ext cx="11211032" cy="6019801"/>
            </a:xfrm>
            <a:prstGeom prst="rect">
              <a:avLst/>
            </a:prstGeom>
            <a:solidFill>
              <a:srgbClr val="FFFEF7">
                <a:alpha val="8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E7F281D-469E-17F7-AD7E-838FD2B450F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04" y="1020267"/>
            <a:ext cx="2917715" cy="920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269753-06BB-2E30-4208-61E6A86A140D}"/>
              </a:ext>
            </a:extLst>
          </p:cNvPr>
          <p:cNvSpPr txBox="1"/>
          <p:nvPr/>
        </p:nvSpPr>
        <p:spPr>
          <a:xfrm>
            <a:off x="998368" y="2782895"/>
            <a:ext cx="10195265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基于计图的蒙特卡洛渲染去噪</a:t>
            </a: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0C086578-9DA0-DEAE-03BA-E33A550873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258297" y="5128179"/>
            <a:ext cx="3974703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汇报人：汤英</a:t>
            </a:r>
            <a:r>
              <a:rPr lang="zh-CN" alt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琦</a:t>
            </a:r>
            <a:endParaRPr lang="en-US" altLang="zh-CN" sz="1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5E6D2DA3-D80E-61DA-676A-41B10B9E0A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860849" y="5254533"/>
            <a:ext cx="356915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汇报时间：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2025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年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12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月 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21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日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777ECED7-4E76-F0C0-E14E-79DF10C607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54318" y="5187632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pic>
        <p:nvPicPr>
          <p:cNvPr id="7" name="图形" descr="303b32313533373635313bbbe3b1a8d5df">
            <a:extLst>
              <a:ext uri="{FF2B5EF4-FFF2-40B4-BE49-F238E27FC236}">
                <a16:creationId xmlns:a16="http://schemas.microsoft.com/office/drawing/2014/main" id="{E10475FF-7F2D-EC82-CABE-68503F17E6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39462" y="5266768"/>
            <a:ext cx="352294" cy="352294"/>
          </a:xfrm>
          <a:prstGeom prst="rect">
            <a:avLst/>
          </a:prstGeom>
        </p:spPr>
      </p:pic>
      <p:sp>
        <p:nvSpPr>
          <p:cNvPr id="8" name="图形">
            <a:extLst>
              <a:ext uri="{FF2B5EF4-FFF2-40B4-BE49-F238E27FC236}">
                <a16:creationId xmlns:a16="http://schemas.microsoft.com/office/drawing/2014/main" id="{A3B3951D-1202-325B-3813-DBAACF399EE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98636" y="5183400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520791B-2A67-33C5-532D-C81C80F8DEDF}"/>
              </a:ext>
            </a:extLst>
          </p:cNvPr>
          <p:cNvGrpSpPr/>
          <p:nvPr/>
        </p:nvGrpSpPr>
        <p:grpSpPr>
          <a:xfrm>
            <a:off x="7371614" y="5309957"/>
            <a:ext cx="351985" cy="257452"/>
            <a:chOff x="2751138" y="4071938"/>
            <a:chExt cx="1558925" cy="1158875"/>
          </a:xfrm>
          <a:solidFill>
            <a:srgbClr val="0A0301"/>
          </a:solidFill>
        </p:grpSpPr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99EF2D60-7ADF-70C4-E0F6-D217A632F16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4562475"/>
              <a:ext cx="539750" cy="477838"/>
            </a:xfrm>
            <a:custGeom>
              <a:avLst/>
              <a:gdLst>
                <a:gd name="T0" fmla="*/ 255 w 340"/>
                <a:gd name="T1" fmla="*/ 0 h 301"/>
                <a:gd name="T2" fmla="*/ 136 w 340"/>
                <a:gd name="T3" fmla="*/ 99 h 301"/>
                <a:gd name="T4" fmla="*/ 28 w 340"/>
                <a:gd name="T5" fmla="*/ 8 h 301"/>
                <a:gd name="T6" fmla="*/ 28 w 340"/>
                <a:gd name="T7" fmla="*/ 8 h 301"/>
                <a:gd name="T8" fmla="*/ 14 w 340"/>
                <a:gd name="T9" fmla="*/ 31 h 301"/>
                <a:gd name="T10" fmla="*/ 0 w 340"/>
                <a:gd name="T11" fmla="*/ 50 h 301"/>
                <a:gd name="T12" fmla="*/ 0 w 340"/>
                <a:gd name="T13" fmla="*/ 50 h 301"/>
                <a:gd name="T14" fmla="*/ 24 w 340"/>
                <a:gd name="T15" fmla="*/ 70 h 301"/>
                <a:gd name="T16" fmla="*/ 47 w 340"/>
                <a:gd name="T17" fmla="*/ 95 h 301"/>
                <a:gd name="T18" fmla="*/ 68 w 340"/>
                <a:gd name="T19" fmla="*/ 122 h 301"/>
                <a:gd name="T20" fmla="*/ 84 w 340"/>
                <a:gd name="T21" fmla="*/ 149 h 301"/>
                <a:gd name="T22" fmla="*/ 99 w 340"/>
                <a:gd name="T23" fmla="*/ 180 h 301"/>
                <a:gd name="T24" fmla="*/ 109 w 340"/>
                <a:gd name="T25" fmla="*/ 213 h 301"/>
                <a:gd name="T26" fmla="*/ 115 w 340"/>
                <a:gd name="T27" fmla="*/ 248 h 301"/>
                <a:gd name="T28" fmla="*/ 117 w 340"/>
                <a:gd name="T29" fmla="*/ 283 h 301"/>
                <a:gd name="T30" fmla="*/ 117 w 340"/>
                <a:gd name="T31" fmla="*/ 283 h 301"/>
                <a:gd name="T32" fmla="*/ 115 w 340"/>
                <a:gd name="T33" fmla="*/ 301 h 301"/>
                <a:gd name="T34" fmla="*/ 115 w 340"/>
                <a:gd name="T35" fmla="*/ 301 h 301"/>
                <a:gd name="T36" fmla="*/ 136 w 340"/>
                <a:gd name="T37" fmla="*/ 301 h 301"/>
                <a:gd name="T38" fmla="*/ 136 w 340"/>
                <a:gd name="T39" fmla="*/ 301 h 301"/>
                <a:gd name="T40" fmla="*/ 167 w 340"/>
                <a:gd name="T41" fmla="*/ 299 h 301"/>
                <a:gd name="T42" fmla="*/ 200 w 340"/>
                <a:gd name="T43" fmla="*/ 293 h 301"/>
                <a:gd name="T44" fmla="*/ 233 w 340"/>
                <a:gd name="T45" fmla="*/ 285 h 301"/>
                <a:gd name="T46" fmla="*/ 266 w 340"/>
                <a:gd name="T47" fmla="*/ 270 h 301"/>
                <a:gd name="T48" fmla="*/ 282 w 340"/>
                <a:gd name="T49" fmla="*/ 262 h 301"/>
                <a:gd name="T50" fmla="*/ 295 w 340"/>
                <a:gd name="T51" fmla="*/ 252 h 301"/>
                <a:gd name="T52" fmla="*/ 307 w 340"/>
                <a:gd name="T53" fmla="*/ 242 h 301"/>
                <a:gd name="T54" fmla="*/ 319 w 340"/>
                <a:gd name="T55" fmla="*/ 229 h 301"/>
                <a:gd name="T56" fmla="*/ 328 w 340"/>
                <a:gd name="T57" fmla="*/ 217 h 301"/>
                <a:gd name="T58" fmla="*/ 334 w 340"/>
                <a:gd name="T59" fmla="*/ 204 h 301"/>
                <a:gd name="T60" fmla="*/ 338 w 340"/>
                <a:gd name="T61" fmla="*/ 190 h 301"/>
                <a:gd name="T62" fmla="*/ 340 w 340"/>
                <a:gd name="T63" fmla="*/ 176 h 301"/>
                <a:gd name="T64" fmla="*/ 340 w 340"/>
                <a:gd name="T65" fmla="*/ 176 h 301"/>
                <a:gd name="T66" fmla="*/ 338 w 340"/>
                <a:gd name="T67" fmla="*/ 149 h 301"/>
                <a:gd name="T68" fmla="*/ 334 w 340"/>
                <a:gd name="T69" fmla="*/ 122 h 301"/>
                <a:gd name="T70" fmla="*/ 328 w 340"/>
                <a:gd name="T71" fmla="*/ 97 h 301"/>
                <a:gd name="T72" fmla="*/ 317 w 340"/>
                <a:gd name="T73" fmla="*/ 74 h 301"/>
                <a:gd name="T74" fmla="*/ 305 w 340"/>
                <a:gd name="T75" fmla="*/ 54 h 301"/>
                <a:gd name="T76" fmla="*/ 290 w 340"/>
                <a:gd name="T77" fmla="*/ 33 h 301"/>
                <a:gd name="T78" fmla="*/ 274 w 340"/>
                <a:gd name="T79" fmla="*/ 15 h 301"/>
                <a:gd name="T80" fmla="*/ 255 w 340"/>
                <a:gd name="T81" fmla="*/ 0 h 301"/>
                <a:gd name="T82" fmla="*/ 255 w 340"/>
                <a:gd name="T8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01">
                  <a:moveTo>
                    <a:pt x="255" y="0"/>
                  </a:moveTo>
                  <a:lnTo>
                    <a:pt x="136" y="99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14" y="31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24" y="70"/>
                  </a:lnTo>
                  <a:lnTo>
                    <a:pt x="47" y="95"/>
                  </a:lnTo>
                  <a:lnTo>
                    <a:pt x="68" y="122"/>
                  </a:lnTo>
                  <a:lnTo>
                    <a:pt x="84" y="149"/>
                  </a:lnTo>
                  <a:lnTo>
                    <a:pt x="99" y="180"/>
                  </a:lnTo>
                  <a:lnTo>
                    <a:pt x="109" y="213"/>
                  </a:lnTo>
                  <a:lnTo>
                    <a:pt x="115" y="248"/>
                  </a:lnTo>
                  <a:lnTo>
                    <a:pt x="117" y="283"/>
                  </a:lnTo>
                  <a:lnTo>
                    <a:pt x="117" y="283"/>
                  </a:lnTo>
                  <a:lnTo>
                    <a:pt x="115" y="301"/>
                  </a:lnTo>
                  <a:lnTo>
                    <a:pt x="115" y="301"/>
                  </a:lnTo>
                  <a:lnTo>
                    <a:pt x="136" y="301"/>
                  </a:lnTo>
                  <a:lnTo>
                    <a:pt x="136" y="301"/>
                  </a:lnTo>
                  <a:lnTo>
                    <a:pt x="167" y="299"/>
                  </a:lnTo>
                  <a:lnTo>
                    <a:pt x="200" y="293"/>
                  </a:lnTo>
                  <a:lnTo>
                    <a:pt x="233" y="285"/>
                  </a:lnTo>
                  <a:lnTo>
                    <a:pt x="266" y="270"/>
                  </a:lnTo>
                  <a:lnTo>
                    <a:pt x="282" y="262"/>
                  </a:lnTo>
                  <a:lnTo>
                    <a:pt x="295" y="252"/>
                  </a:lnTo>
                  <a:lnTo>
                    <a:pt x="307" y="242"/>
                  </a:lnTo>
                  <a:lnTo>
                    <a:pt x="319" y="229"/>
                  </a:lnTo>
                  <a:lnTo>
                    <a:pt x="328" y="217"/>
                  </a:lnTo>
                  <a:lnTo>
                    <a:pt x="334" y="204"/>
                  </a:lnTo>
                  <a:lnTo>
                    <a:pt x="338" y="190"/>
                  </a:lnTo>
                  <a:lnTo>
                    <a:pt x="340" y="176"/>
                  </a:lnTo>
                  <a:lnTo>
                    <a:pt x="340" y="176"/>
                  </a:lnTo>
                  <a:lnTo>
                    <a:pt x="338" y="149"/>
                  </a:lnTo>
                  <a:lnTo>
                    <a:pt x="334" y="122"/>
                  </a:lnTo>
                  <a:lnTo>
                    <a:pt x="328" y="97"/>
                  </a:lnTo>
                  <a:lnTo>
                    <a:pt x="317" y="74"/>
                  </a:lnTo>
                  <a:lnTo>
                    <a:pt x="305" y="54"/>
                  </a:lnTo>
                  <a:lnTo>
                    <a:pt x="290" y="33"/>
                  </a:lnTo>
                  <a:lnTo>
                    <a:pt x="274" y="15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AA194308-6557-C6A4-B8A5-377F979725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3773488" y="4071938"/>
              <a:ext cx="441325" cy="450850"/>
            </a:xfrm>
            <a:custGeom>
              <a:avLst/>
              <a:gdLst>
                <a:gd name="T0" fmla="*/ 49 w 278"/>
                <a:gd name="T1" fmla="*/ 225 h 284"/>
                <a:gd name="T2" fmla="*/ 49 w 278"/>
                <a:gd name="T3" fmla="*/ 225 h 284"/>
                <a:gd name="T4" fmla="*/ 49 w 278"/>
                <a:gd name="T5" fmla="*/ 239 h 284"/>
                <a:gd name="T6" fmla="*/ 47 w 278"/>
                <a:gd name="T7" fmla="*/ 255 h 284"/>
                <a:gd name="T8" fmla="*/ 47 w 278"/>
                <a:gd name="T9" fmla="*/ 255 h 284"/>
                <a:gd name="T10" fmla="*/ 66 w 278"/>
                <a:gd name="T11" fmla="*/ 268 h 284"/>
                <a:gd name="T12" fmla="*/ 88 w 278"/>
                <a:gd name="T13" fmla="*/ 276 h 284"/>
                <a:gd name="T14" fmla="*/ 111 w 278"/>
                <a:gd name="T15" fmla="*/ 282 h 284"/>
                <a:gd name="T16" fmla="*/ 134 w 278"/>
                <a:gd name="T17" fmla="*/ 284 h 284"/>
                <a:gd name="T18" fmla="*/ 134 w 278"/>
                <a:gd name="T19" fmla="*/ 284 h 284"/>
                <a:gd name="T20" fmla="*/ 148 w 278"/>
                <a:gd name="T21" fmla="*/ 284 h 284"/>
                <a:gd name="T22" fmla="*/ 163 w 278"/>
                <a:gd name="T23" fmla="*/ 282 h 284"/>
                <a:gd name="T24" fmla="*/ 177 w 278"/>
                <a:gd name="T25" fmla="*/ 278 h 284"/>
                <a:gd name="T26" fmla="*/ 189 w 278"/>
                <a:gd name="T27" fmla="*/ 274 h 284"/>
                <a:gd name="T28" fmla="*/ 202 w 278"/>
                <a:gd name="T29" fmla="*/ 268 h 284"/>
                <a:gd name="T30" fmla="*/ 214 w 278"/>
                <a:gd name="T31" fmla="*/ 260 h 284"/>
                <a:gd name="T32" fmla="*/ 224 w 278"/>
                <a:gd name="T33" fmla="*/ 251 h 284"/>
                <a:gd name="T34" fmla="*/ 235 w 278"/>
                <a:gd name="T35" fmla="*/ 243 h 284"/>
                <a:gd name="T36" fmla="*/ 245 w 278"/>
                <a:gd name="T37" fmla="*/ 233 h 284"/>
                <a:gd name="T38" fmla="*/ 253 w 278"/>
                <a:gd name="T39" fmla="*/ 222 h 284"/>
                <a:gd name="T40" fmla="*/ 260 w 278"/>
                <a:gd name="T41" fmla="*/ 210 h 284"/>
                <a:gd name="T42" fmla="*/ 266 w 278"/>
                <a:gd name="T43" fmla="*/ 198 h 284"/>
                <a:gd name="T44" fmla="*/ 272 w 278"/>
                <a:gd name="T45" fmla="*/ 185 h 284"/>
                <a:gd name="T46" fmla="*/ 274 w 278"/>
                <a:gd name="T47" fmla="*/ 171 h 284"/>
                <a:gd name="T48" fmla="*/ 276 w 278"/>
                <a:gd name="T49" fmla="*/ 156 h 284"/>
                <a:gd name="T50" fmla="*/ 278 w 278"/>
                <a:gd name="T51" fmla="*/ 142 h 284"/>
                <a:gd name="T52" fmla="*/ 278 w 278"/>
                <a:gd name="T53" fmla="*/ 142 h 284"/>
                <a:gd name="T54" fmla="*/ 276 w 278"/>
                <a:gd name="T55" fmla="*/ 128 h 284"/>
                <a:gd name="T56" fmla="*/ 274 w 278"/>
                <a:gd name="T57" fmla="*/ 113 h 284"/>
                <a:gd name="T58" fmla="*/ 272 w 278"/>
                <a:gd name="T59" fmla="*/ 99 h 284"/>
                <a:gd name="T60" fmla="*/ 266 w 278"/>
                <a:gd name="T61" fmla="*/ 86 h 284"/>
                <a:gd name="T62" fmla="*/ 260 w 278"/>
                <a:gd name="T63" fmla="*/ 74 h 284"/>
                <a:gd name="T64" fmla="*/ 253 w 278"/>
                <a:gd name="T65" fmla="*/ 62 h 284"/>
                <a:gd name="T66" fmla="*/ 245 w 278"/>
                <a:gd name="T67" fmla="*/ 51 h 284"/>
                <a:gd name="T68" fmla="*/ 235 w 278"/>
                <a:gd name="T69" fmla="*/ 41 h 284"/>
                <a:gd name="T70" fmla="*/ 224 w 278"/>
                <a:gd name="T71" fmla="*/ 31 h 284"/>
                <a:gd name="T72" fmla="*/ 214 w 278"/>
                <a:gd name="T73" fmla="*/ 22 h 284"/>
                <a:gd name="T74" fmla="*/ 202 w 278"/>
                <a:gd name="T75" fmla="*/ 16 h 284"/>
                <a:gd name="T76" fmla="*/ 189 w 278"/>
                <a:gd name="T77" fmla="*/ 10 h 284"/>
                <a:gd name="T78" fmla="*/ 177 w 278"/>
                <a:gd name="T79" fmla="*/ 6 h 284"/>
                <a:gd name="T80" fmla="*/ 163 w 278"/>
                <a:gd name="T81" fmla="*/ 2 h 284"/>
                <a:gd name="T82" fmla="*/ 148 w 278"/>
                <a:gd name="T83" fmla="*/ 0 h 284"/>
                <a:gd name="T84" fmla="*/ 134 w 278"/>
                <a:gd name="T85" fmla="*/ 0 h 284"/>
                <a:gd name="T86" fmla="*/ 134 w 278"/>
                <a:gd name="T87" fmla="*/ 0 h 284"/>
                <a:gd name="T88" fmla="*/ 111 w 278"/>
                <a:gd name="T89" fmla="*/ 0 h 284"/>
                <a:gd name="T90" fmla="*/ 90 w 278"/>
                <a:gd name="T91" fmla="*/ 6 h 284"/>
                <a:gd name="T92" fmla="*/ 70 w 278"/>
                <a:gd name="T93" fmla="*/ 14 h 284"/>
                <a:gd name="T94" fmla="*/ 51 w 278"/>
                <a:gd name="T95" fmla="*/ 24 h 284"/>
                <a:gd name="T96" fmla="*/ 35 w 278"/>
                <a:gd name="T97" fmla="*/ 39 h 284"/>
                <a:gd name="T98" fmla="*/ 20 w 278"/>
                <a:gd name="T99" fmla="*/ 55 h 284"/>
                <a:gd name="T100" fmla="*/ 10 w 278"/>
                <a:gd name="T101" fmla="*/ 72 h 284"/>
                <a:gd name="T102" fmla="*/ 0 w 278"/>
                <a:gd name="T103" fmla="*/ 92 h 284"/>
                <a:gd name="T104" fmla="*/ 0 w 278"/>
                <a:gd name="T105" fmla="*/ 92 h 284"/>
                <a:gd name="T106" fmla="*/ 12 w 278"/>
                <a:gd name="T107" fmla="*/ 107 h 284"/>
                <a:gd name="T108" fmla="*/ 20 w 278"/>
                <a:gd name="T109" fmla="*/ 121 h 284"/>
                <a:gd name="T110" fmla="*/ 28 w 278"/>
                <a:gd name="T111" fmla="*/ 136 h 284"/>
                <a:gd name="T112" fmla="*/ 37 w 278"/>
                <a:gd name="T113" fmla="*/ 152 h 284"/>
                <a:gd name="T114" fmla="*/ 43 w 278"/>
                <a:gd name="T115" fmla="*/ 169 h 284"/>
                <a:gd name="T116" fmla="*/ 47 w 278"/>
                <a:gd name="T117" fmla="*/ 187 h 284"/>
                <a:gd name="T118" fmla="*/ 49 w 278"/>
                <a:gd name="T119" fmla="*/ 206 h 284"/>
                <a:gd name="T120" fmla="*/ 49 w 278"/>
                <a:gd name="T121" fmla="*/ 225 h 284"/>
                <a:gd name="T122" fmla="*/ 49 w 278"/>
                <a:gd name="T123" fmla="*/ 22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284">
                  <a:moveTo>
                    <a:pt x="49" y="225"/>
                  </a:moveTo>
                  <a:lnTo>
                    <a:pt x="49" y="225"/>
                  </a:lnTo>
                  <a:lnTo>
                    <a:pt x="49" y="239"/>
                  </a:lnTo>
                  <a:lnTo>
                    <a:pt x="47" y="255"/>
                  </a:lnTo>
                  <a:lnTo>
                    <a:pt x="47" y="255"/>
                  </a:lnTo>
                  <a:lnTo>
                    <a:pt x="66" y="268"/>
                  </a:lnTo>
                  <a:lnTo>
                    <a:pt x="88" y="276"/>
                  </a:lnTo>
                  <a:lnTo>
                    <a:pt x="111" y="282"/>
                  </a:lnTo>
                  <a:lnTo>
                    <a:pt x="134" y="284"/>
                  </a:lnTo>
                  <a:lnTo>
                    <a:pt x="134" y="284"/>
                  </a:lnTo>
                  <a:lnTo>
                    <a:pt x="148" y="284"/>
                  </a:lnTo>
                  <a:lnTo>
                    <a:pt x="163" y="282"/>
                  </a:lnTo>
                  <a:lnTo>
                    <a:pt x="177" y="278"/>
                  </a:lnTo>
                  <a:lnTo>
                    <a:pt x="189" y="274"/>
                  </a:lnTo>
                  <a:lnTo>
                    <a:pt x="202" y="268"/>
                  </a:lnTo>
                  <a:lnTo>
                    <a:pt x="214" y="260"/>
                  </a:lnTo>
                  <a:lnTo>
                    <a:pt x="224" y="251"/>
                  </a:lnTo>
                  <a:lnTo>
                    <a:pt x="235" y="243"/>
                  </a:lnTo>
                  <a:lnTo>
                    <a:pt x="245" y="233"/>
                  </a:lnTo>
                  <a:lnTo>
                    <a:pt x="253" y="222"/>
                  </a:lnTo>
                  <a:lnTo>
                    <a:pt x="260" y="210"/>
                  </a:lnTo>
                  <a:lnTo>
                    <a:pt x="266" y="198"/>
                  </a:lnTo>
                  <a:lnTo>
                    <a:pt x="272" y="185"/>
                  </a:lnTo>
                  <a:lnTo>
                    <a:pt x="274" y="171"/>
                  </a:lnTo>
                  <a:lnTo>
                    <a:pt x="276" y="156"/>
                  </a:lnTo>
                  <a:lnTo>
                    <a:pt x="278" y="142"/>
                  </a:lnTo>
                  <a:lnTo>
                    <a:pt x="278" y="142"/>
                  </a:lnTo>
                  <a:lnTo>
                    <a:pt x="276" y="128"/>
                  </a:lnTo>
                  <a:lnTo>
                    <a:pt x="274" y="113"/>
                  </a:lnTo>
                  <a:lnTo>
                    <a:pt x="272" y="99"/>
                  </a:lnTo>
                  <a:lnTo>
                    <a:pt x="266" y="86"/>
                  </a:lnTo>
                  <a:lnTo>
                    <a:pt x="260" y="74"/>
                  </a:lnTo>
                  <a:lnTo>
                    <a:pt x="253" y="62"/>
                  </a:lnTo>
                  <a:lnTo>
                    <a:pt x="245" y="51"/>
                  </a:lnTo>
                  <a:lnTo>
                    <a:pt x="235" y="41"/>
                  </a:lnTo>
                  <a:lnTo>
                    <a:pt x="224" y="31"/>
                  </a:lnTo>
                  <a:lnTo>
                    <a:pt x="214" y="22"/>
                  </a:lnTo>
                  <a:lnTo>
                    <a:pt x="202" y="16"/>
                  </a:lnTo>
                  <a:lnTo>
                    <a:pt x="189" y="10"/>
                  </a:lnTo>
                  <a:lnTo>
                    <a:pt x="177" y="6"/>
                  </a:lnTo>
                  <a:lnTo>
                    <a:pt x="163" y="2"/>
                  </a:lnTo>
                  <a:lnTo>
                    <a:pt x="148" y="0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11" y="0"/>
                  </a:lnTo>
                  <a:lnTo>
                    <a:pt x="90" y="6"/>
                  </a:lnTo>
                  <a:lnTo>
                    <a:pt x="70" y="14"/>
                  </a:lnTo>
                  <a:lnTo>
                    <a:pt x="51" y="24"/>
                  </a:lnTo>
                  <a:lnTo>
                    <a:pt x="35" y="39"/>
                  </a:lnTo>
                  <a:lnTo>
                    <a:pt x="20" y="55"/>
                  </a:lnTo>
                  <a:lnTo>
                    <a:pt x="10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12" y="107"/>
                  </a:lnTo>
                  <a:lnTo>
                    <a:pt x="20" y="121"/>
                  </a:lnTo>
                  <a:lnTo>
                    <a:pt x="28" y="136"/>
                  </a:lnTo>
                  <a:lnTo>
                    <a:pt x="37" y="152"/>
                  </a:lnTo>
                  <a:lnTo>
                    <a:pt x="43" y="169"/>
                  </a:lnTo>
                  <a:lnTo>
                    <a:pt x="47" y="187"/>
                  </a:lnTo>
                  <a:lnTo>
                    <a:pt x="49" y="206"/>
                  </a:lnTo>
                  <a:lnTo>
                    <a:pt x="49" y="225"/>
                  </a:lnTo>
                  <a:lnTo>
                    <a:pt x="49" y="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1" name="图形">
              <a:extLst>
                <a:ext uri="{FF2B5EF4-FFF2-40B4-BE49-F238E27FC236}">
                  <a16:creationId xmlns:a16="http://schemas.microsoft.com/office/drawing/2014/main" id="{FFDA66F4-334B-C950-813F-830A2E532E5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2751138" y="4562475"/>
              <a:ext cx="542925" cy="477838"/>
            </a:xfrm>
            <a:custGeom>
              <a:avLst/>
              <a:gdLst>
                <a:gd name="T0" fmla="*/ 204 w 342"/>
                <a:gd name="T1" fmla="*/ 301 h 301"/>
                <a:gd name="T2" fmla="*/ 204 w 342"/>
                <a:gd name="T3" fmla="*/ 301 h 301"/>
                <a:gd name="T4" fmla="*/ 225 w 342"/>
                <a:gd name="T5" fmla="*/ 301 h 301"/>
                <a:gd name="T6" fmla="*/ 225 w 342"/>
                <a:gd name="T7" fmla="*/ 301 h 301"/>
                <a:gd name="T8" fmla="*/ 225 w 342"/>
                <a:gd name="T9" fmla="*/ 283 h 301"/>
                <a:gd name="T10" fmla="*/ 225 w 342"/>
                <a:gd name="T11" fmla="*/ 283 h 301"/>
                <a:gd name="T12" fmla="*/ 227 w 342"/>
                <a:gd name="T13" fmla="*/ 248 h 301"/>
                <a:gd name="T14" fmla="*/ 233 w 342"/>
                <a:gd name="T15" fmla="*/ 213 h 301"/>
                <a:gd name="T16" fmla="*/ 243 w 342"/>
                <a:gd name="T17" fmla="*/ 180 h 301"/>
                <a:gd name="T18" fmla="*/ 256 w 342"/>
                <a:gd name="T19" fmla="*/ 149 h 301"/>
                <a:gd name="T20" fmla="*/ 272 w 342"/>
                <a:gd name="T21" fmla="*/ 122 h 301"/>
                <a:gd name="T22" fmla="*/ 293 w 342"/>
                <a:gd name="T23" fmla="*/ 95 h 301"/>
                <a:gd name="T24" fmla="*/ 316 w 342"/>
                <a:gd name="T25" fmla="*/ 70 h 301"/>
                <a:gd name="T26" fmla="*/ 342 w 342"/>
                <a:gd name="T27" fmla="*/ 50 h 301"/>
                <a:gd name="T28" fmla="*/ 342 w 342"/>
                <a:gd name="T29" fmla="*/ 50 h 301"/>
                <a:gd name="T30" fmla="*/ 326 w 342"/>
                <a:gd name="T31" fmla="*/ 31 h 301"/>
                <a:gd name="T32" fmla="*/ 313 w 342"/>
                <a:gd name="T33" fmla="*/ 8 h 301"/>
                <a:gd name="T34" fmla="*/ 204 w 342"/>
                <a:gd name="T35" fmla="*/ 99 h 301"/>
                <a:gd name="T36" fmla="*/ 84 w 342"/>
                <a:gd name="T37" fmla="*/ 0 h 301"/>
                <a:gd name="T38" fmla="*/ 84 w 342"/>
                <a:gd name="T39" fmla="*/ 0 h 301"/>
                <a:gd name="T40" fmla="*/ 66 w 342"/>
                <a:gd name="T41" fmla="*/ 15 h 301"/>
                <a:gd name="T42" fmla="*/ 49 w 342"/>
                <a:gd name="T43" fmla="*/ 33 h 301"/>
                <a:gd name="T44" fmla="*/ 35 w 342"/>
                <a:gd name="T45" fmla="*/ 54 h 301"/>
                <a:gd name="T46" fmla="*/ 23 w 342"/>
                <a:gd name="T47" fmla="*/ 74 h 301"/>
                <a:gd name="T48" fmla="*/ 14 w 342"/>
                <a:gd name="T49" fmla="*/ 97 h 301"/>
                <a:gd name="T50" fmla="*/ 6 w 342"/>
                <a:gd name="T51" fmla="*/ 122 h 301"/>
                <a:gd name="T52" fmla="*/ 2 w 342"/>
                <a:gd name="T53" fmla="*/ 149 h 301"/>
                <a:gd name="T54" fmla="*/ 0 w 342"/>
                <a:gd name="T55" fmla="*/ 176 h 301"/>
                <a:gd name="T56" fmla="*/ 0 w 342"/>
                <a:gd name="T57" fmla="*/ 176 h 301"/>
                <a:gd name="T58" fmla="*/ 2 w 342"/>
                <a:gd name="T59" fmla="*/ 190 h 301"/>
                <a:gd name="T60" fmla="*/ 6 w 342"/>
                <a:gd name="T61" fmla="*/ 204 h 301"/>
                <a:gd name="T62" fmla="*/ 12 w 342"/>
                <a:gd name="T63" fmla="*/ 217 h 301"/>
                <a:gd name="T64" fmla="*/ 23 w 342"/>
                <a:gd name="T65" fmla="*/ 229 h 301"/>
                <a:gd name="T66" fmla="*/ 33 w 342"/>
                <a:gd name="T67" fmla="*/ 242 h 301"/>
                <a:gd name="T68" fmla="*/ 45 w 342"/>
                <a:gd name="T69" fmla="*/ 252 h 301"/>
                <a:gd name="T70" fmla="*/ 60 w 342"/>
                <a:gd name="T71" fmla="*/ 262 h 301"/>
                <a:gd name="T72" fmla="*/ 74 w 342"/>
                <a:gd name="T73" fmla="*/ 270 h 301"/>
                <a:gd name="T74" fmla="*/ 107 w 342"/>
                <a:gd name="T75" fmla="*/ 285 h 301"/>
                <a:gd name="T76" fmla="*/ 140 w 342"/>
                <a:gd name="T77" fmla="*/ 293 h 301"/>
                <a:gd name="T78" fmla="*/ 173 w 342"/>
                <a:gd name="T79" fmla="*/ 299 h 301"/>
                <a:gd name="T80" fmla="*/ 204 w 342"/>
                <a:gd name="T81" fmla="*/ 301 h 301"/>
                <a:gd name="T82" fmla="*/ 204 w 342"/>
                <a:gd name="T8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2" h="301">
                  <a:moveTo>
                    <a:pt x="204" y="301"/>
                  </a:moveTo>
                  <a:lnTo>
                    <a:pt x="204" y="301"/>
                  </a:lnTo>
                  <a:lnTo>
                    <a:pt x="225" y="301"/>
                  </a:lnTo>
                  <a:lnTo>
                    <a:pt x="225" y="301"/>
                  </a:lnTo>
                  <a:lnTo>
                    <a:pt x="225" y="283"/>
                  </a:lnTo>
                  <a:lnTo>
                    <a:pt x="225" y="283"/>
                  </a:lnTo>
                  <a:lnTo>
                    <a:pt x="227" y="248"/>
                  </a:lnTo>
                  <a:lnTo>
                    <a:pt x="233" y="213"/>
                  </a:lnTo>
                  <a:lnTo>
                    <a:pt x="243" y="180"/>
                  </a:lnTo>
                  <a:lnTo>
                    <a:pt x="256" y="149"/>
                  </a:lnTo>
                  <a:lnTo>
                    <a:pt x="272" y="122"/>
                  </a:lnTo>
                  <a:lnTo>
                    <a:pt x="293" y="95"/>
                  </a:lnTo>
                  <a:lnTo>
                    <a:pt x="316" y="7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26" y="31"/>
                  </a:lnTo>
                  <a:lnTo>
                    <a:pt x="313" y="8"/>
                  </a:lnTo>
                  <a:lnTo>
                    <a:pt x="204" y="9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6" y="15"/>
                  </a:lnTo>
                  <a:lnTo>
                    <a:pt x="49" y="33"/>
                  </a:lnTo>
                  <a:lnTo>
                    <a:pt x="35" y="54"/>
                  </a:lnTo>
                  <a:lnTo>
                    <a:pt x="23" y="74"/>
                  </a:lnTo>
                  <a:lnTo>
                    <a:pt x="14" y="97"/>
                  </a:lnTo>
                  <a:lnTo>
                    <a:pt x="6" y="122"/>
                  </a:lnTo>
                  <a:lnTo>
                    <a:pt x="2" y="149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0"/>
                  </a:lnTo>
                  <a:lnTo>
                    <a:pt x="6" y="204"/>
                  </a:lnTo>
                  <a:lnTo>
                    <a:pt x="12" y="217"/>
                  </a:lnTo>
                  <a:lnTo>
                    <a:pt x="23" y="229"/>
                  </a:lnTo>
                  <a:lnTo>
                    <a:pt x="33" y="242"/>
                  </a:lnTo>
                  <a:lnTo>
                    <a:pt x="45" y="252"/>
                  </a:lnTo>
                  <a:lnTo>
                    <a:pt x="60" y="262"/>
                  </a:lnTo>
                  <a:lnTo>
                    <a:pt x="74" y="270"/>
                  </a:lnTo>
                  <a:lnTo>
                    <a:pt x="107" y="285"/>
                  </a:lnTo>
                  <a:lnTo>
                    <a:pt x="140" y="293"/>
                  </a:lnTo>
                  <a:lnTo>
                    <a:pt x="173" y="299"/>
                  </a:lnTo>
                  <a:lnTo>
                    <a:pt x="204" y="301"/>
                  </a:lnTo>
                  <a:lnTo>
                    <a:pt x="204" y="3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2" name="图形">
              <a:extLst>
                <a:ext uri="{FF2B5EF4-FFF2-40B4-BE49-F238E27FC236}">
                  <a16:creationId xmlns:a16="http://schemas.microsoft.com/office/drawing/2014/main" id="{7E761EC6-4723-E9E9-D228-C20D258E9BE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2849563" y="4071938"/>
              <a:ext cx="438150" cy="450850"/>
            </a:xfrm>
            <a:custGeom>
              <a:avLst/>
              <a:gdLst>
                <a:gd name="T0" fmla="*/ 142 w 276"/>
                <a:gd name="T1" fmla="*/ 284 h 284"/>
                <a:gd name="T2" fmla="*/ 142 w 276"/>
                <a:gd name="T3" fmla="*/ 284 h 284"/>
                <a:gd name="T4" fmla="*/ 167 w 276"/>
                <a:gd name="T5" fmla="*/ 282 h 284"/>
                <a:gd name="T6" fmla="*/ 190 w 276"/>
                <a:gd name="T7" fmla="*/ 276 h 284"/>
                <a:gd name="T8" fmla="*/ 210 w 276"/>
                <a:gd name="T9" fmla="*/ 268 h 284"/>
                <a:gd name="T10" fmla="*/ 229 w 276"/>
                <a:gd name="T11" fmla="*/ 255 h 284"/>
                <a:gd name="T12" fmla="*/ 229 w 276"/>
                <a:gd name="T13" fmla="*/ 255 h 284"/>
                <a:gd name="T14" fmla="*/ 229 w 276"/>
                <a:gd name="T15" fmla="*/ 239 h 284"/>
                <a:gd name="T16" fmla="*/ 227 w 276"/>
                <a:gd name="T17" fmla="*/ 225 h 284"/>
                <a:gd name="T18" fmla="*/ 227 w 276"/>
                <a:gd name="T19" fmla="*/ 225 h 284"/>
                <a:gd name="T20" fmla="*/ 229 w 276"/>
                <a:gd name="T21" fmla="*/ 206 h 284"/>
                <a:gd name="T22" fmla="*/ 231 w 276"/>
                <a:gd name="T23" fmla="*/ 187 h 284"/>
                <a:gd name="T24" fmla="*/ 235 w 276"/>
                <a:gd name="T25" fmla="*/ 169 h 284"/>
                <a:gd name="T26" fmla="*/ 241 w 276"/>
                <a:gd name="T27" fmla="*/ 152 h 284"/>
                <a:gd name="T28" fmla="*/ 247 w 276"/>
                <a:gd name="T29" fmla="*/ 136 h 284"/>
                <a:gd name="T30" fmla="*/ 256 w 276"/>
                <a:gd name="T31" fmla="*/ 121 h 284"/>
                <a:gd name="T32" fmla="*/ 266 w 276"/>
                <a:gd name="T33" fmla="*/ 107 h 284"/>
                <a:gd name="T34" fmla="*/ 276 w 276"/>
                <a:gd name="T35" fmla="*/ 92 h 284"/>
                <a:gd name="T36" fmla="*/ 276 w 276"/>
                <a:gd name="T37" fmla="*/ 92 h 284"/>
                <a:gd name="T38" fmla="*/ 268 w 276"/>
                <a:gd name="T39" fmla="*/ 72 h 284"/>
                <a:gd name="T40" fmla="*/ 256 w 276"/>
                <a:gd name="T41" fmla="*/ 55 h 284"/>
                <a:gd name="T42" fmla="*/ 241 w 276"/>
                <a:gd name="T43" fmla="*/ 39 h 284"/>
                <a:gd name="T44" fmla="*/ 225 w 276"/>
                <a:gd name="T45" fmla="*/ 24 h 284"/>
                <a:gd name="T46" fmla="*/ 206 w 276"/>
                <a:gd name="T47" fmla="*/ 14 h 284"/>
                <a:gd name="T48" fmla="*/ 185 w 276"/>
                <a:gd name="T49" fmla="*/ 6 h 284"/>
                <a:gd name="T50" fmla="*/ 165 w 276"/>
                <a:gd name="T51" fmla="*/ 0 h 284"/>
                <a:gd name="T52" fmla="*/ 142 w 276"/>
                <a:gd name="T53" fmla="*/ 0 h 284"/>
                <a:gd name="T54" fmla="*/ 142 w 276"/>
                <a:gd name="T55" fmla="*/ 0 h 284"/>
                <a:gd name="T56" fmla="*/ 128 w 276"/>
                <a:gd name="T57" fmla="*/ 0 h 284"/>
                <a:gd name="T58" fmla="*/ 113 w 276"/>
                <a:gd name="T59" fmla="*/ 2 h 284"/>
                <a:gd name="T60" fmla="*/ 99 w 276"/>
                <a:gd name="T61" fmla="*/ 6 h 284"/>
                <a:gd name="T62" fmla="*/ 86 w 276"/>
                <a:gd name="T63" fmla="*/ 10 h 284"/>
                <a:gd name="T64" fmla="*/ 74 w 276"/>
                <a:gd name="T65" fmla="*/ 16 h 284"/>
                <a:gd name="T66" fmla="*/ 62 w 276"/>
                <a:gd name="T67" fmla="*/ 22 h 284"/>
                <a:gd name="T68" fmla="*/ 51 w 276"/>
                <a:gd name="T69" fmla="*/ 31 h 284"/>
                <a:gd name="T70" fmla="*/ 41 w 276"/>
                <a:gd name="T71" fmla="*/ 41 h 284"/>
                <a:gd name="T72" fmla="*/ 31 w 276"/>
                <a:gd name="T73" fmla="*/ 51 h 284"/>
                <a:gd name="T74" fmla="*/ 22 w 276"/>
                <a:gd name="T75" fmla="*/ 62 h 284"/>
                <a:gd name="T76" fmla="*/ 16 w 276"/>
                <a:gd name="T77" fmla="*/ 74 h 284"/>
                <a:gd name="T78" fmla="*/ 10 w 276"/>
                <a:gd name="T79" fmla="*/ 86 h 284"/>
                <a:gd name="T80" fmla="*/ 6 w 276"/>
                <a:gd name="T81" fmla="*/ 99 h 284"/>
                <a:gd name="T82" fmla="*/ 2 w 276"/>
                <a:gd name="T83" fmla="*/ 113 h 284"/>
                <a:gd name="T84" fmla="*/ 0 w 276"/>
                <a:gd name="T85" fmla="*/ 128 h 284"/>
                <a:gd name="T86" fmla="*/ 0 w 276"/>
                <a:gd name="T87" fmla="*/ 142 h 284"/>
                <a:gd name="T88" fmla="*/ 0 w 276"/>
                <a:gd name="T89" fmla="*/ 142 h 284"/>
                <a:gd name="T90" fmla="*/ 0 w 276"/>
                <a:gd name="T91" fmla="*/ 156 h 284"/>
                <a:gd name="T92" fmla="*/ 2 w 276"/>
                <a:gd name="T93" fmla="*/ 171 h 284"/>
                <a:gd name="T94" fmla="*/ 6 w 276"/>
                <a:gd name="T95" fmla="*/ 185 h 284"/>
                <a:gd name="T96" fmla="*/ 10 w 276"/>
                <a:gd name="T97" fmla="*/ 198 h 284"/>
                <a:gd name="T98" fmla="*/ 16 w 276"/>
                <a:gd name="T99" fmla="*/ 210 h 284"/>
                <a:gd name="T100" fmla="*/ 22 w 276"/>
                <a:gd name="T101" fmla="*/ 222 h 284"/>
                <a:gd name="T102" fmla="*/ 31 w 276"/>
                <a:gd name="T103" fmla="*/ 233 h 284"/>
                <a:gd name="T104" fmla="*/ 41 w 276"/>
                <a:gd name="T105" fmla="*/ 243 h 284"/>
                <a:gd name="T106" fmla="*/ 51 w 276"/>
                <a:gd name="T107" fmla="*/ 251 h 284"/>
                <a:gd name="T108" fmla="*/ 62 w 276"/>
                <a:gd name="T109" fmla="*/ 260 h 284"/>
                <a:gd name="T110" fmla="*/ 74 w 276"/>
                <a:gd name="T111" fmla="*/ 268 h 284"/>
                <a:gd name="T112" fmla="*/ 86 w 276"/>
                <a:gd name="T113" fmla="*/ 274 h 284"/>
                <a:gd name="T114" fmla="*/ 99 w 276"/>
                <a:gd name="T115" fmla="*/ 278 h 284"/>
                <a:gd name="T116" fmla="*/ 113 w 276"/>
                <a:gd name="T117" fmla="*/ 282 h 284"/>
                <a:gd name="T118" fmla="*/ 128 w 276"/>
                <a:gd name="T119" fmla="*/ 284 h 284"/>
                <a:gd name="T120" fmla="*/ 142 w 276"/>
                <a:gd name="T121" fmla="*/ 284 h 284"/>
                <a:gd name="T122" fmla="*/ 142 w 276"/>
                <a:gd name="T1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4">
                  <a:moveTo>
                    <a:pt x="142" y="284"/>
                  </a:moveTo>
                  <a:lnTo>
                    <a:pt x="142" y="284"/>
                  </a:lnTo>
                  <a:lnTo>
                    <a:pt x="167" y="282"/>
                  </a:lnTo>
                  <a:lnTo>
                    <a:pt x="190" y="276"/>
                  </a:lnTo>
                  <a:lnTo>
                    <a:pt x="210" y="268"/>
                  </a:lnTo>
                  <a:lnTo>
                    <a:pt x="229" y="255"/>
                  </a:lnTo>
                  <a:lnTo>
                    <a:pt x="229" y="255"/>
                  </a:lnTo>
                  <a:lnTo>
                    <a:pt x="229" y="239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9" y="206"/>
                  </a:lnTo>
                  <a:lnTo>
                    <a:pt x="231" y="187"/>
                  </a:lnTo>
                  <a:lnTo>
                    <a:pt x="235" y="169"/>
                  </a:lnTo>
                  <a:lnTo>
                    <a:pt x="241" y="152"/>
                  </a:lnTo>
                  <a:lnTo>
                    <a:pt x="247" y="136"/>
                  </a:lnTo>
                  <a:lnTo>
                    <a:pt x="256" y="121"/>
                  </a:lnTo>
                  <a:lnTo>
                    <a:pt x="266" y="107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68" y="72"/>
                  </a:lnTo>
                  <a:lnTo>
                    <a:pt x="256" y="55"/>
                  </a:lnTo>
                  <a:lnTo>
                    <a:pt x="241" y="39"/>
                  </a:lnTo>
                  <a:lnTo>
                    <a:pt x="225" y="24"/>
                  </a:lnTo>
                  <a:lnTo>
                    <a:pt x="206" y="14"/>
                  </a:lnTo>
                  <a:lnTo>
                    <a:pt x="185" y="6"/>
                  </a:lnTo>
                  <a:lnTo>
                    <a:pt x="165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6"/>
                  </a:lnTo>
                  <a:lnTo>
                    <a:pt x="62" y="22"/>
                  </a:lnTo>
                  <a:lnTo>
                    <a:pt x="51" y="31"/>
                  </a:lnTo>
                  <a:lnTo>
                    <a:pt x="41" y="41"/>
                  </a:lnTo>
                  <a:lnTo>
                    <a:pt x="31" y="51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0" y="86"/>
                  </a:lnTo>
                  <a:lnTo>
                    <a:pt x="6" y="99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2" y="171"/>
                  </a:lnTo>
                  <a:lnTo>
                    <a:pt x="6" y="185"/>
                  </a:lnTo>
                  <a:lnTo>
                    <a:pt x="10" y="198"/>
                  </a:lnTo>
                  <a:lnTo>
                    <a:pt x="16" y="210"/>
                  </a:lnTo>
                  <a:lnTo>
                    <a:pt x="22" y="222"/>
                  </a:lnTo>
                  <a:lnTo>
                    <a:pt x="31" y="233"/>
                  </a:lnTo>
                  <a:lnTo>
                    <a:pt x="41" y="243"/>
                  </a:lnTo>
                  <a:lnTo>
                    <a:pt x="51" y="251"/>
                  </a:lnTo>
                  <a:lnTo>
                    <a:pt x="62" y="260"/>
                  </a:lnTo>
                  <a:lnTo>
                    <a:pt x="74" y="268"/>
                  </a:lnTo>
                  <a:lnTo>
                    <a:pt x="86" y="274"/>
                  </a:lnTo>
                  <a:lnTo>
                    <a:pt x="99" y="278"/>
                  </a:lnTo>
                  <a:lnTo>
                    <a:pt x="113" y="282"/>
                  </a:lnTo>
                  <a:lnTo>
                    <a:pt x="128" y="284"/>
                  </a:lnTo>
                  <a:lnTo>
                    <a:pt x="142" y="284"/>
                  </a:lnTo>
                  <a:lnTo>
                    <a:pt x="142" y="2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3" name="图形">
              <a:extLst>
                <a:ext uri="{FF2B5EF4-FFF2-40B4-BE49-F238E27FC236}">
                  <a16:creationId xmlns:a16="http://schemas.microsoft.com/office/drawing/2014/main" id="{52882EA6-17DA-545B-9491-E04DBC3D4F7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3182938" y="4710113"/>
              <a:ext cx="698500" cy="520700"/>
            </a:xfrm>
            <a:custGeom>
              <a:avLst/>
              <a:gdLst>
                <a:gd name="T0" fmla="*/ 440 w 440"/>
                <a:gd name="T1" fmla="*/ 190 h 328"/>
                <a:gd name="T2" fmla="*/ 440 w 440"/>
                <a:gd name="T3" fmla="*/ 190 h 328"/>
                <a:gd name="T4" fmla="*/ 438 w 440"/>
                <a:gd name="T5" fmla="*/ 161 h 328"/>
                <a:gd name="T6" fmla="*/ 431 w 440"/>
                <a:gd name="T7" fmla="*/ 134 h 328"/>
                <a:gd name="T8" fmla="*/ 425 w 440"/>
                <a:gd name="T9" fmla="*/ 107 h 328"/>
                <a:gd name="T10" fmla="*/ 413 w 440"/>
                <a:gd name="T11" fmla="*/ 83 h 328"/>
                <a:gd name="T12" fmla="*/ 400 w 440"/>
                <a:gd name="T13" fmla="*/ 58 h 328"/>
                <a:gd name="T14" fmla="*/ 384 w 440"/>
                <a:gd name="T15" fmla="*/ 37 h 328"/>
                <a:gd name="T16" fmla="*/ 365 w 440"/>
                <a:gd name="T17" fmla="*/ 16 h 328"/>
                <a:gd name="T18" fmla="*/ 347 w 440"/>
                <a:gd name="T19" fmla="*/ 0 h 328"/>
                <a:gd name="T20" fmla="*/ 219 w 440"/>
                <a:gd name="T21" fmla="*/ 105 h 328"/>
                <a:gd name="T22" fmla="*/ 93 w 440"/>
                <a:gd name="T23" fmla="*/ 0 h 328"/>
                <a:gd name="T24" fmla="*/ 93 w 440"/>
                <a:gd name="T25" fmla="*/ 0 h 328"/>
                <a:gd name="T26" fmla="*/ 72 w 440"/>
                <a:gd name="T27" fmla="*/ 16 h 328"/>
                <a:gd name="T28" fmla="*/ 54 w 440"/>
                <a:gd name="T29" fmla="*/ 37 h 328"/>
                <a:gd name="T30" fmla="*/ 39 w 440"/>
                <a:gd name="T31" fmla="*/ 58 h 328"/>
                <a:gd name="T32" fmla="*/ 25 w 440"/>
                <a:gd name="T33" fmla="*/ 83 h 328"/>
                <a:gd name="T34" fmla="*/ 15 w 440"/>
                <a:gd name="T35" fmla="*/ 107 h 328"/>
                <a:gd name="T36" fmla="*/ 6 w 440"/>
                <a:gd name="T37" fmla="*/ 134 h 328"/>
                <a:gd name="T38" fmla="*/ 2 w 440"/>
                <a:gd name="T39" fmla="*/ 161 h 328"/>
                <a:gd name="T40" fmla="*/ 0 w 440"/>
                <a:gd name="T41" fmla="*/ 190 h 328"/>
                <a:gd name="T42" fmla="*/ 0 w 440"/>
                <a:gd name="T43" fmla="*/ 190 h 328"/>
                <a:gd name="T44" fmla="*/ 0 w 440"/>
                <a:gd name="T45" fmla="*/ 206 h 328"/>
                <a:gd name="T46" fmla="*/ 6 w 440"/>
                <a:gd name="T47" fmla="*/ 223 h 328"/>
                <a:gd name="T48" fmla="*/ 13 w 440"/>
                <a:gd name="T49" fmla="*/ 237 h 328"/>
                <a:gd name="T50" fmla="*/ 23 w 440"/>
                <a:gd name="T51" fmla="*/ 250 h 328"/>
                <a:gd name="T52" fmla="*/ 35 w 440"/>
                <a:gd name="T53" fmla="*/ 262 h 328"/>
                <a:gd name="T54" fmla="*/ 48 w 440"/>
                <a:gd name="T55" fmla="*/ 274 h 328"/>
                <a:gd name="T56" fmla="*/ 64 w 440"/>
                <a:gd name="T57" fmla="*/ 285 h 328"/>
                <a:gd name="T58" fmla="*/ 79 w 440"/>
                <a:gd name="T59" fmla="*/ 293 h 328"/>
                <a:gd name="T60" fmla="*/ 97 w 440"/>
                <a:gd name="T61" fmla="*/ 301 h 328"/>
                <a:gd name="T62" fmla="*/ 116 w 440"/>
                <a:gd name="T63" fmla="*/ 309 h 328"/>
                <a:gd name="T64" fmla="*/ 151 w 440"/>
                <a:gd name="T65" fmla="*/ 320 h 328"/>
                <a:gd name="T66" fmla="*/ 188 w 440"/>
                <a:gd name="T67" fmla="*/ 326 h 328"/>
                <a:gd name="T68" fmla="*/ 219 w 440"/>
                <a:gd name="T69" fmla="*/ 328 h 328"/>
                <a:gd name="T70" fmla="*/ 219 w 440"/>
                <a:gd name="T71" fmla="*/ 328 h 328"/>
                <a:gd name="T72" fmla="*/ 252 w 440"/>
                <a:gd name="T73" fmla="*/ 326 h 328"/>
                <a:gd name="T74" fmla="*/ 287 w 440"/>
                <a:gd name="T75" fmla="*/ 320 h 328"/>
                <a:gd name="T76" fmla="*/ 324 w 440"/>
                <a:gd name="T77" fmla="*/ 309 h 328"/>
                <a:gd name="T78" fmla="*/ 343 w 440"/>
                <a:gd name="T79" fmla="*/ 301 h 328"/>
                <a:gd name="T80" fmla="*/ 359 w 440"/>
                <a:gd name="T81" fmla="*/ 293 h 328"/>
                <a:gd name="T82" fmla="*/ 376 w 440"/>
                <a:gd name="T83" fmla="*/ 285 h 328"/>
                <a:gd name="T84" fmla="*/ 390 w 440"/>
                <a:gd name="T85" fmla="*/ 274 h 328"/>
                <a:gd name="T86" fmla="*/ 405 w 440"/>
                <a:gd name="T87" fmla="*/ 262 h 328"/>
                <a:gd name="T88" fmla="*/ 415 w 440"/>
                <a:gd name="T89" fmla="*/ 250 h 328"/>
                <a:gd name="T90" fmla="*/ 425 w 440"/>
                <a:gd name="T91" fmla="*/ 237 h 328"/>
                <a:gd name="T92" fmla="*/ 433 w 440"/>
                <a:gd name="T93" fmla="*/ 223 h 328"/>
                <a:gd name="T94" fmla="*/ 438 w 440"/>
                <a:gd name="T95" fmla="*/ 206 h 328"/>
                <a:gd name="T96" fmla="*/ 440 w 440"/>
                <a:gd name="T97" fmla="*/ 190 h 328"/>
                <a:gd name="T98" fmla="*/ 440 w 440"/>
                <a:gd name="T99" fmla="*/ 19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40" h="328">
                  <a:moveTo>
                    <a:pt x="440" y="190"/>
                  </a:moveTo>
                  <a:lnTo>
                    <a:pt x="440" y="190"/>
                  </a:lnTo>
                  <a:lnTo>
                    <a:pt x="438" y="161"/>
                  </a:lnTo>
                  <a:lnTo>
                    <a:pt x="431" y="134"/>
                  </a:lnTo>
                  <a:lnTo>
                    <a:pt x="425" y="107"/>
                  </a:lnTo>
                  <a:lnTo>
                    <a:pt x="413" y="83"/>
                  </a:lnTo>
                  <a:lnTo>
                    <a:pt x="400" y="58"/>
                  </a:lnTo>
                  <a:lnTo>
                    <a:pt x="384" y="37"/>
                  </a:lnTo>
                  <a:lnTo>
                    <a:pt x="365" y="16"/>
                  </a:lnTo>
                  <a:lnTo>
                    <a:pt x="347" y="0"/>
                  </a:lnTo>
                  <a:lnTo>
                    <a:pt x="219" y="105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72" y="16"/>
                  </a:lnTo>
                  <a:lnTo>
                    <a:pt x="54" y="37"/>
                  </a:lnTo>
                  <a:lnTo>
                    <a:pt x="39" y="58"/>
                  </a:lnTo>
                  <a:lnTo>
                    <a:pt x="25" y="83"/>
                  </a:lnTo>
                  <a:lnTo>
                    <a:pt x="15" y="107"/>
                  </a:lnTo>
                  <a:lnTo>
                    <a:pt x="6" y="134"/>
                  </a:lnTo>
                  <a:lnTo>
                    <a:pt x="2" y="161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206"/>
                  </a:lnTo>
                  <a:lnTo>
                    <a:pt x="6" y="223"/>
                  </a:lnTo>
                  <a:lnTo>
                    <a:pt x="13" y="237"/>
                  </a:lnTo>
                  <a:lnTo>
                    <a:pt x="23" y="250"/>
                  </a:lnTo>
                  <a:lnTo>
                    <a:pt x="35" y="262"/>
                  </a:lnTo>
                  <a:lnTo>
                    <a:pt x="48" y="274"/>
                  </a:lnTo>
                  <a:lnTo>
                    <a:pt x="64" y="285"/>
                  </a:lnTo>
                  <a:lnTo>
                    <a:pt x="79" y="293"/>
                  </a:lnTo>
                  <a:lnTo>
                    <a:pt x="97" y="301"/>
                  </a:lnTo>
                  <a:lnTo>
                    <a:pt x="116" y="309"/>
                  </a:lnTo>
                  <a:lnTo>
                    <a:pt x="151" y="320"/>
                  </a:lnTo>
                  <a:lnTo>
                    <a:pt x="188" y="326"/>
                  </a:lnTo>
                  <a:lnTo>
                    <a:pt x="219" y="328"/>
                  </a:lnTo>
                  <a:lnTo>
                    <a:pt x="219" y="328"/>
                  </a:lnTo>
                  <a:lnTo>
                    <a:pt x="252" y="326"/>
                  </a:lnTo>
                  <a:lnTo>
                    <a:pt x="287" y="320"/>
                  </a:lnTo>
                  <a:lnTo>
                    <a:pt x="324" y="309"/>
                  </a:lnTo>
                  <a:lnTo>
                    <a:pt x="343" y="301"/>
                  </a:lnTo>
                  <a:lnTo>
                    <a:pt x="359" y="293"/>
                  </a:lnTo>
                  <a:lnTo>
                    <a:pt x="376" y="285"/>
                  </a:lnTo>
                  <a:lnTo>
                    <a:pt x="390" y="274"/>
                  </a:lnTo>
                  <a:lnTo>
                    <a:pt x="405" y="262"/>
                  </a:lnTo>
                  <a:lnTo>
                    <a:pt x="415" y="250"/>
                  </a:lnTo>
                  <a:lnTo>
                    <a:pt x="425" y="237"/>
                  </a:lnTo>
                  <a:lnTo>
                    <a:pt x="433" y="223"/>
                  </a:lnTo>
                  <a:lnTo>
                    <a:pt x="438" y="206"/>
                  </a:lnTo>
                  <a:lnTo>
                    <a:pt x="440" y="190"/>
                  </a:lnTo>
                  <a:lnTo>
                    <a:pt x="440" y="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4" name="图形">
              <a:extLst>
                <a:ext uri="{FF2B5EF4-FFF2-40B4-BE49-F238E27FC236}">
                  <a16:creationId xmlns:a16="http://schemas.microsoft.com/office/drawing/2014/main" id="{2FD20526-875A-FDCC-E685-C754FB59E12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3284538" y="4183063"/>
              <a:ext cx="492125" cy="487363"/>
            </a:xfrm>
            <a:custGeom>
              <a:avLst/>
              <a:gdLst>
                <a:gd name="T0" fmla="*/ 155 w 310"/>
                <a:gd name="T1" fmla="*/ 0 h 307"/>
                <a:gd name="T2" fmla="*/ 124 w 310"/>
                <a:gd name="T3" fmla="*/ 2 h 307"/>
                <a:gd name="T4" fmla="*/ 95 w 310"/>
                <a:gd name="T5" fmla="*/ 12 h 307"/>
                <a:gd name="T6" fmla="*/ 68 w 310"/>
                <a:gd name="T7" fmla="*/ 27 h 307"/>
                <a:gd name="T8" fmla="*/ 46 w 310"/>
                <a:gd name="T9" fmla="*/ 45 h 307"/>
                <a:gd name="T10" fmla="*/ 27 w 310"/>
                <a:gd name="T11" fmla="*/ 68 h 307"/>
                <a:gd name="T12" fmla="*/ 13 w 310"/>
                <a:gd name="T13" fmla="*/ 95 h 307"/>
                <a:gd name="T14" fmla="*/ 4 w 310"/>
                <a:gd name="T15" fmla="*/ 124 h 307"/>
                <a:gd name="T16" fmla="*/ 0 w 310"/>
                <a:gd name="T17" fmla="*/ 155 h 307"/>
                <a:gd name="T18" fmla="*/ 2 w 310"/>
                <a:gd name="T19" fmla="*/ 169 h 307"/>
                <a:gd name="T20" fmla="*/ 8 w 310"/>
                <a:gd name="T21" fmla="*/ 200 h 307"/>
                <a:gd name="T22" fmla="*/ 19 w 310"/>
                <a:gd name="T23" fmla="*/ 227 h 307"/>
                <a:gd name="T24" fmla="*/ 35 w 310"/>
                <a:gd name="T25" fmla="*/ 252 h 307"/>
                <a:gd name="T26" fmla="*/ 58 w 310"/>
                <a:gd name="T27" fmla="*/ 272 h 307"/>
                <a:gd name="T28" fmla="*/ 83 w 310"/>
                <a:gd name="T29" fmla="*/ 289 h 307"/>
                <a:gd name="T30" fmla="*/ 109 w 310"/>
                <a:gd name="T31" fmla="*/ 301 h 307"/>
                <a:gd name="T32" fmla="*/ 140 w 310"/>
                <a:gd name="T33" fmla="*/ 307 h 307"/>
                <a:gd name="T34" fmla="*/ 155 w 310"/>
                <a:gd name="T35" fmla="*/ 307 h 307"/>
                <a:gd name="T36" fmla="*/ 186 w 310"/>
                <a:gd name="T37" fmla="*/ 305 h 307"/>
                <a:gd name="T38" fmla="*/ 215 w 310"/>
                <a:gd name="T39" fmla="*/ 297 h 307"/>
                <a:gd name="T40" fmla="*/ 242 w 310"/>
                <a:gd name="T41" fmla="*/ 282 h 307"/>
                <a:gd name="T42" fmla="*/ 264 w 310"/>
                <a:gd name="T43" fmla="*/ 264 h 307"/>
                <a:gd name="T44" fmla="*/ 283 w 310"/>
                <a:gd name="T45" fmla="*/ 241 h 307"/>
                <a:gd name="T46" fmla="*/ 297 w 310"/>
                <a:gd name="T47" fmla="*/ 214 h 307"/>
                <a:gd name="T48" fmla="*/ 306 w 310"/>
                <a:gd name="T49" fmla="*/ 185 h 307"/>
                <a:gd name="T50" fmla="*/ 310 w 310"/>
                <a:gd name="T51" fmla="*/ 155 h 307"/>
                <a:gd name="T52" fmla="*/ 310 w 310"/>
                <a:gd name="T53" fmla="*/ 138 h 307"/>
                <a:gd name="T54" fmla="*/ 303 w 310"/>
                <a:gd name="T55" fmla="*/ 107 h 307"/>
                <a:gd name="T56" fmla="*/ 291 w 310"/>
                <a:gd name="T57" fmla="*/ 80 h 307"/>
                <a:gd name="T58" fmla="*/ 275 w 310"/>
                <a:gd name="T59" fmla="*/ 56 h 307"/>
                <a:gd name="T60" fmla="*/ 254 w 310"/>
                <a:gd name="T61" fmla="*/ 35 h 307"/>
                <a:gd name="T62" fmla="*/ 229 w 310"/>
                <a:gd name="T63" fmla="*/ 18 h 307"/>
                <a:gd name="T64" fmla="*/ 200 w 310"/>
                <a:gd name="T65" fmla="*/ 6 h 307"/>
                <a:gd name="T66" fmla="*/ 171 w 310"/>
                <a:gd name="T67" fmla="*/ 0 h 307"/>
                <a:gd name="T68" fmla="*/ 155 w 310"/>
                <a:gd name="T6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307">
                  <a:moveTo>
                    <a:pt x="155" y="0"/>
                  </a:moveTo>
                  <a:lnTo>
                    <a:pt x="155" y="0"/>
                  </a:lnTo>
                  <a:lnTo>
                    <a:pt x="140" y="0"/>
                  </a:lnTo>
                  <a:lnTo>
                    <a:pt x="124" y="2"/>
                  </a:lnTo>
                  <a:lnTo>
                    <a:pt x="109" y="6"/>
                  </a:lnTo>
                  <a:lnTo>
                    <a:pt x="95" y="12"/>
                  </a:lnTo>
                  <a:lnTo>
                    <a:pt x="83" y="18"/>
                  </a:lnTo>
                  <a:lnTo>
                    <a:pt x="68" y="27"/>
                  </a:lnTo>
                  <a:lnTo>
                    <a:pt x="58" y="35"/>
                  </a:lnTo>
                  <a:lnTo>
                    <a:pt x="46" y="45"/>
                  </a:lnTo>
                  <a:lnTo>
                    <a:pt x="35" y="56"/>
                  </a:lnTo>
                  <a:lnTo>
                    <a:pt x="27" y="68"/>
                  </a:lnTo>
                  <a:lnTo>
                    <a:pt x="19" y="80"/>
                  </a:lnTo>
                  <a:lnTo>
                    <a:pt x="13" y="95"/>
                  </a:lnTo>
                  <a:lnTo>
                    <a:pt x="8" y="107"/>
                  </a:lnTo>
                  <a:lnTo>
                    <a:pt x="4" y="124"/>
                  </a:lnTo>
                  <a:lnTo>
                    <a:pt x="2" y="13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2" y="169"/>
                  </a:lnTo>
                  <a:lnTo>
                    <a:pt x="4" y="185"/>
                  </a:lnTo>
                  <a:lnTo>
                    <a:pt x="8" y="200"/>
                  </a:lnTo>
                  <a:lnTo>
                    <a:pt x="13" y="214"/>
                  </a:lnTo>
                  <a:lnTo>
                    <a:pt x="19" y="227"/>
                  </a:lnTo>
                  <a:lnTo>
                    <a:pt x="27" y="241"/>
                  </a:lnTo>
                  <a:lnTo>
                    <a:pt x="35" y="252"/>
                  </a:lnTo>
                  <a:lnTo>
                    <a:pt x="46" y="264"/>
                  </a:lnTo>
                  <a:lnTo>
                    <a:pt x="58" y="272"/>
                  </a:lnTo>
                  <a:lnTo>
                    <a:pt x="68" y="282"/>
                  </a:lnTo>
                  <a:lnTo>
                    <a:pt x="83" y="289"/>
                  </a:lnTo>
                  <a:lnTo>
                    <a:pt x="95" y="297"/>
                  </a:lnTo>
                  <a:lnTo>
                    <a:pt x="109" y="301"/>
                  </a:lnTo>
                  <a:lnTo>
                    <a:pt x="124" y="305"/>
                  </a:lnTo>
                  <a:lnTo>
                    <a:pt x="140" y="307"/>
                  </a:lnTo>
                  <a:lnTo>
                    <a:pt x="155" y="307"/>
                  </a:lnTo>
                  <a:lnTo>
                    <a:pt x="155" y="307"/>
                  </a:lnTo>
                  <a:lnTo>
                    <a:pt x="171" y="307"/>
                  </a:lnTo>
                  <a:lnTo>
                    <a:pt x="186" y="305"/>
                  </a:lnTo>
                  <a:lnTo>
                    <a:pt x="200" y="301"/>
                  </a:lnTo>
                  <a:lnTo>
                    <a:pt x="215" y="297"/>
                  </a:lnTo>
                  <a:lnTo>
                    <a:pt x="229" y="289"/>
                  </a:lnTo>
                  <a:lnTo>
                    <a:pt x="242" y="282"/>
                  </a:lnTo>
                  <a:lnTo>
                    <a:pt x="254" y="272"/>
                  </a:lnTo>
                  <a:lnTo>
                    <a:pt x="264" y="264"/>
                  </a:lnTo>
                  <a:lnTo>
                    <a:pt x="275" y="252"/>
                  </a:lnTo>
                  <a:lnTo>
                    <a:pt x="283" y="241"/>
                  </a:lnTo>
                  <a:lnTo>
                    <a:pt x="291" y="227"/>
                  </a:lnTo>
                  <a:lnTo>
                    <a:pt x="297" y="214"/>
                  </a:lnTo>
                  <a:lnTo>
                    <a:pt x="303" y="200"/>
                  </a:lnTo>
                  <a:lnTo>
                    <a:pt x="306" y="185"/>
                  </a:lnTo>
                  <a:lnTo>
                    <a:pt x="310" y="169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10" y="138"/>
                  </a:lnTo>
                  <a:lnTo>
                    <a:pt x="306" y="124"/>
                  </a:lnTo>
                  <a:lnTo>
                    <a:pt x="303" y="107"/>
                  </a:lnTo>
                  <a:lnTo>
                    <a:pt x="297" y="95"/>
                  </a:lnTo>
                  <a:lnTo>
                    <a:pt x="291" y="80"/>
                  </a:lnTo>
                  <a:lnTo>
                    <a:pt x="283" y="68"/>
                  </a:lnTo>
                  <a:lnTo>
                    <a:pt x="275" y="56"/>
                  </a:lnTo>
                  <a:lnTo>
                    <a:pt x="264" y="45"/>
                  </a:lnTo>
                  <a:lnTo>
                    <a:pt x="254" y="35"/>
                  </a:lnTo>
                  <a:lnTo>
                    <a:pt x="242" y="27"/>
                  </a:lnTo>
                  <a:lnTo>
                    <a:pt x="229" y="18"/>
                  </a:lnTo>
                  <a:lnTo>
                    <a:pt x="215" y="12"/>
                  </a:lnTo>
                  <a:lnTo>
                    <a:pt x="200" y="6"/>
                  </a:lnTo>
                  <a:lnTo>
                    <a:pt x="186" y="2"/>
                  </a:lnTo>
                  <a:lnTo>
                    <a:pt x="171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061935"/>
      </p:ext>
    </p:extLst>
  </p:cSld>
  <p:clrMapOvr>
    <a:masterClrMapping/>
  </p:clrMapOvr>
  <p:transition spd="slow" advTm="194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8243267D-1256-0CFF-64D6-F39EF636CA91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453DF6DB-B880-0B73-9E98-5A1AB3D4169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4277" r="530" b="14319"/>
          <a:stretch>
            <a:fillRect/>
          </a:stretch>
        </p:blipFill>
        <p:spPr>
          <a:xfrm>
            <a:off x="490484" y="471063"/>
            <a:ext cx="11211033" cy="6019801"/>
          </a:xfrm>
          <a:prstGeom prst="rect">
            <a:avLst/>
          </a:prstGeom>
          <a:effectLst>
            <a:outerShdw blurRad="355600" dist="139700" dir="2700000" algn="tl" rotWithShape="0">
              <a:prstClr val="black">
                <a:alpha val="61000"/>
              </a:prstClr>
            </a:outerShdw>
          </a:effectLst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D1811A94-85F6-5C09-67B0-53E6D4A47141}"/>
              </a:ext>
            </a:extLst>
          </p:cNvPr>
          <p:cNvGrpSpPr/>
          <p:nvPr/>
        </p:nvGrpSpPr>
        <p:grpSpPr>
          <a:xfrm>
            <a:off x="490537" y="471600"/>
            <a:ext cx="11210925" cy="6020640"/>
            <a:chOff x="490484" y="441120"/>
            <a:chExt cx="11211033" cy="6020641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32514AC8-B35F-F3AC-F30F-561AE794DC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E1F4A32-940D-476A-9F79-85EF1F007112}"/>
                </a:ext>
              </a:extLst>
            </p:cNvPr>
            <p:cNvSpPr/>
            <p:nvPr userDrawn="1"/>
          </p:nvSpPr>
          <p:spPr>
            <a:xfrm>
              <a:off x="490484" y="44112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07093" y="639606"/>
            <a:ext cx="1767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204425" y="1081270"/>
            <a:ext cx="8012215" cy="1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405726" y="2469586"/>
            <a:ext cx="3830320" cy="689610"/>
            <a:chOff x="1674914" y="2108993"/>
            <a:chExt cx="3830320" cy="689610"/>
          </a:xfrm>
        </p:grpSpPr>
        <p:grpSp>
          <p:nvGrpSpPr>
            <p:cNvPr id="15" name="组合 14"/>
            <p:cNvGrpSpPr/>
            <p:nvPr>
              <p:custDataLst>
                <p:tags r:id="rId13"/>
              </p:custDataLst>
            </p:nvPr>
          </p:nvGrpSpPr>
          <p:grpSpPr>
            <a:xfrm>
              <a:off x="1674914" y="2108993"/>
              <a:ext cx="3830320" cy="689610"/>
              <a:chOff x="1846052" y="3107690"/>
              <a:chExt cx="3830320" cy="689610"/>
            </a:xfrm>
          </p:grpSpPr>
          <p:sp>
            <p:nvSpPr>
              <p:cNvPr id="16" name="矩形 15"/>
              <p:cNvSpPr/>
              <p:nvPr userDrawn="1">
                <p:custDataLst>
                  <p:tags r:id="rId15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16"/>
                </p:custDataLst>
              </p:nvPr>
            </p:nvSpPr>
            <p:spPr>
              <a:xfrm>
                <a:off x="1849862" y="3107690"/>
                <a:ext cx="688340" cy="68961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2676073" y="2232333"/>
              <a:ext cx="2049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05726" y="3796331"/>
            <a:ext cx="3830320" cy="688340"/>
            <a:chOff x="1674914" y="3237560"/>
            <a:chExt cx="3830320" cy="688340"/>
          </a:xfrm>
        </p:grpSpPr>
        <p:grpSp>
          <p:nvGrpSpPr>
            <p:cNvPr id="18" name="组合 17"/>
            <p:cNvGrpSpPr/>
            <p:nvPr>
              <p:custDataLst>
                <p:tags r:id="rId9"/>
              </p:custDataLst>
            </p:nvPr>
          </p:nvGrpSpPr>
          <p:grpSpPr>
            <a:xfrm>
              <a:off x="1674914" y="3237560"/>
              <a:ext cx="3830320" cy="688340"/>
              <a:chOff x="1846052" y="3107690"/>
              <a:chExt cx="3830320" cy="688340"/>
            </a:xfrm>
          </p:grpSpPr>
          <p:sp>
            <p:nvSpPr>
              <p:cNvPr id="19" name="矩形 18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02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10"/>
              </p:custDataLst>
            </p:nvPr>
          </p:nvSpPr>
          <p:spPr>
            <a:xfrm>
              <a:off x="2681901" y="3383693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470553" y="2477555"/>
            <a:ext cx="4422919" cy="688340"/>
            <a:chOff x="6515627" y="2553924"/>
            <a:chExt cx="3830320" cy="688340"/>
          </a:xfrm>
        </p:grpSpPr>
        <p:grpSp>
          <p:nvGrpSpPr>
            <p:cNvPr id="24" name="组合 23"/>
            <p:cNvGrpSpPr/>
            <p:nvPr>
              <p:custDataLst>
                <p:tags r:id="rId5"/>
              </p:custDataLst>
            </p:nvPr>
          </p:nvGrpSpPr>
          <p:grpSpPr>
            <a:xfrm>
              <a:off x="6515627" y="2553924"/>
              <a:ext cx="3830320" cy="688340"/>
              <a:chOff x="1846052" y="3107690"/>
              <a:chExt cx="3830320" cy="688340"/>
            </a:xfrm>
          </p:grpSpPr>
          <p:sp>
            <p:nvSpPr>
              <p:cNvPr id="25" name="矩形 24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03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8" name="文本框 37"/>
            <p:cNvSpPr txBox="1"/>
            <p:nvPr>
              <p:custDataLst>
                <p:tags r:id="rId6"/>
              </p:custDataLst>
            </p:nvPr>
          </p:nvSpPr>
          <p:spPr>
            <a:xfrm>
              <a:off x="7443346" y="2667261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6470553" y="3796331"/>
            <a:ext cx="4422919" cy="688340"/>
            <a:chOff x="6515627" y="2553924"/>
            <a:chExt cx="3830320" cy="688340"/>
          </a:xfrm>
        </p:grpSpPr>
        <p:grpSp>
          <p:nvGrpSpPr>
            <p:cNvPr id="37" name="组合 36"/>
            <p:cNvGrpSpPr/>
            <p:nvPr>
              <p:custDataLst>
                <p:tags r:id="rId1"/>
              </p:custDataLst>
            </p:nvPr>
          </p:nvGrpSpPr>
          <p:grpSpPr>
            <a:xfrm>
              <a:off x="6515627" y="2553924"/>
              <a:ext cx="3830320" cy="688340"/>
              <a:chOff x="1846052" y="3107690"/>
              <a:chExt cx="3830320" cy="688340"/>
            </a:xfrm>
          </p:grpSpPr>
          <p:sp>
            <p:nvSpPr>
              <p:cNvPr id="42" name="矩形 41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 smtClean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04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7443346" y="2667261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Tm="138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BA5D-FD82-9C9A-06D5-40E93EA5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1C504C8E-D69A-646D-E68C-4DC36B38BC6B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F33E5250-A016-8B6E-1303-9DEECC10A145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D78FAF-563D-9E9D-8197-D9C38CE77709}"/>
              </a:ext>
            </a:extLst>
          </p:cNvPr>
          <p:cNvGrpSpPr/>
          <p:nvPr userDrawn="1"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1D8867-6011-0272-3B1B-1E99FE348C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848868-C5EB-90D3-D420-F2394F8A58D6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345E26E-3FCB-56A9-4463-0A159BAA4BAC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1F78C2C-42D1-399C-4E74-FCD0E8FE54F6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81C1B59-6F9A-B368-C36A-90ABA429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B70E4-4101-7423-812F-07DB5B29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2996"/>
            <a:ext cx="2743200" cy="365125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204C7-A608-2F2F-BBFB-A1886D16376F}"/>
              </a:ext>
            </a:extLst>
          </p:cNvPr>
          <p:cNvSpPr txBox="1"/>
          <p:nvPr/>
        </p:nvSpPr>
        <p:spPr>
          <a:xfrm>
            <a:off x="903378" y="1015811"/>
            <a:ext cx="1611185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41610A-AE00-A61F-59F4-AC88443FD256}"/>
              </a:ext>
            </a:extLst>
          </p:cNvPr>
          <p:cNvSpPr txBox="1"/>
          <p:nvPr/>
        </p:nvSpPr>
        <p:spPr>
          <a:xfrm>
            <a:off x="1422400" y="1659466"/>
            <a:ext cx="8071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在路径追踪这种渲染技术中，为了模拟光线的复杂弹射，我们使用蒙特卡洛方法，但这种方法在低采样率（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）的情况下会产生噪点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45B6C5-8D91-964F-2702-2446D9A90048}"/>
              </a:ext>
            </a:extLst>
          </p:cNvPr>
          <p:cNvSpPr txBox="1"/>
          <p:nvPr/>
        </p:nvSpPr>
        <p:spPr>
          <a:xfrm>
            <a:off x="1846052" y="2525054"/>
            <a:ext cx="772072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采样率（</a:t>
            </a:r>
            <a:r>
              <a:rPr lang="en-US" altLang="zh-CN" b="1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spp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）下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的严重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噪声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PyTorch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依赖链复杂，需打包大量依赖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2BC65B-CD55-634B-E87B-E2911605997D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07E699E-A77A-D484-F66C-F1B3D133F8ED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E6303BD-3C2B-3549-71B3-882362EE8524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D01E4B2-BD49-F918-A5D7-E907703D31A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9802F69-B09A-02A2-03E7-A06A770790D6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CA99B5D2-20D0-43A5-775F-676C42A0F324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026" name="Picture 2" descr="iOS 18.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861" y="1593813"/>
            <a:ext cx="1888526" cy="188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5455290" y="4784920"/>
            <a:ext cx="736376" cy="8773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335" y="3817006"/>
            <a:ext cx="1964267" cy="19771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0152" y="3618718"/>
            <a:ext cx="2514600" cy="231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6703" y="3609469"/>
            <a:ext cx="2610829" cy="22955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4" name="矩形 23"/>
          <p:cNvSpPr/>
          <p:nvPr/>
        </p:nvSpPr>
        <p:spPr>
          <a:xfrm>
            <a:off x="5263812" y="4723549"/>
            <a:ext cx="877923" cy="1024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263155" y="4684834"/>
            <a:ext cx="877923" cy="1024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弧形 32"/>
          <p:cNvSpPr/>
          <p:nvPr/>
        </p:nvSpPr>
        <p:spPr>
          <a:xfrm>
            <a:off x="3569602" y="4961194"/>
            <a:ext cx="5193397" cy="1255455"/>
          </a:xfrm>
          <a:prstGeom prst="arc">
            <a:avLst>
              <a:gd name="adj1" fmla="val 16200000"/>
              <a:gd name="adj2" fmla="val 2099252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345274"/>
      </p:ext>
    </p:extLst>
  </p:cSld>
  <p:clrMapOvr>
    <a:masterClrMapping/>
  </p:clrMapOvr>
  <p:transition spd="slow" advTm="28673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A140-4230-A367-CCBA-1F1A10F1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A70FA8AF-F25D-6646-60C4-76AE2171DAE0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EBC907C5-70B8-6EA1-885E-2AAA141AEFBA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81D7AD-529D-D006-0F58-947A6679849A}"/>
              </a:ext>
            </a:extLst>
          </p:cNvPr>
          <p:cNvGrpSpPr/>
          <p:nvPr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25E550D-17F1-9128-3C34-08CC4B0924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B1946B7-6907-0D61-1667-05C4C1F4BF95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4BC3773-4E45-FA77-0A9D-47276D1A7F1E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D667459-B7A3-D3E0-33FF-E97AF743BF92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E35E0935-A682-B78C-E09B-18D8F3BF5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935D2B-B066-4CE5-8546-9849587B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F142F0-D94E-500B-B7F3-615A7414010C}"/>
              </a:ext>
            </a:extLst>
          </p:cNvPr>
          <p:cNvSpPr txBox="1"/>
          <p:nvPr/>
        </p:nvSpPr>
        <p:spPr>
          <a:xfrm>
            <a:off x="903378" y="1015811"/>
            <a:ext cx="3076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任务定义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0E3885-ACD5-D80D-43EA-61C5F3B3C38E}"/>
              </a:ext>
            </a:extLst>
          </p:cNvPr>
          <p:cNvSpPr txBox="1"/>
          <p:nvPr/>
        </p:nvSpPr>
        <p:spPr>
          <a:xfrm>
            <a:off x="919480" y="1592244"/>
            <a:ext cx="72233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：训练一个卷积神经网络，用计图框架实现一个“智能去噪器”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D7F8799-48D7-64FA-121F-9DAB5CC5EDF3}"/>
              </a:ext>
            </a:extLst>
          </p:cNvPr>
          <p:cNvSpPr txBox="1"/>
          <p:nvPr/>
        </p:nvSpPr>
        <p:spPr>
          <a:xfrm>
            <a:off x="1523460" y="2055116"/>
            <a:ext cx="5221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：充满噪点的图像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输出：具有一定效果的去噪图像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899088" y="3429000"/>
            <a:ext cx="2536152" cy="2061765"/>
            <a:chOff x="996758" y="1315280"/>
            <a:chExt cx="2702406" cy="2134502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74" name="图片 73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71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708466" y="1956603"/>
              <a:ext cx="889390" cy="860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" name="箭头: 下 62">
            <a:extLst>
              <a:ext uri="{FF2B5EF4-FFF2-40B4-BE49-F238E27FC236}">
                <a16:creationId xmlns:a16="http://schemas.microsoft.com/office/drawing/2014/main" id="{130A72A8-779D-3726-4497-A38296F8F042}"/>
              </a:ext>
            </a:extLst>
          </p:cNvPr>
          <p:cNvSpPr/>
          <p:nvPr/>
        </p:nvSpPr>
        <p:spPr>
          <a:xfrm rot="16200000">
            <a:off x="3721114" y="4105048"/>
            <a:ext cx="421848" cy="709667"/>
          </a:xfrm>
          <a:prstGeom prst="downArrow">
            <a:avLst>
              <a:gd name="adj1" fmla="val 32573"/>
              <a:gd name="adj2" fmla="val 499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DC983FD5-6056-95BE-426A-E6A5FEF8F2AE}"/>
              </a:ext>
            </a:extLst>
          </p:cNvPr>
          <p:cNvGrpSpPr/>
          <p:nvPr/>
        </p:nvGrpSpPr>
        <p:grpSpPr>
          <a:xfrm>
            <a:off x="4428836" y="3428998"/>
            <a:ext cx="2536152" cy="2061765"/>
            <a:chOff x="4225169" y="1232151"/>
            <a:chExt cx="2536152" cy="2061765"/>
          </a:xfrm>
        </p:grpSpPr>
        <p:sp>
          <p:nvSpPr>
            <p:cNvPr id="77" name="矩形: 圆角 39">
              <a:extLst>
                <a:ext uri="{FF2B5EF4-FFF2-40B4-BE49-F238E27FC236}">
                  <a16:creationId xmlns:a16="http://schemas.microsoft.com/office/drawing/2014/main" id="{DD8D6904-1E95-FD84-371A-0132F3DACFB4}"/>
                </a:ext>
              </a:extLst>
            </p:cNvPr>
            <p:cNvSpPr/>
            <p:nvPr/>
          </p:nvSpPr>
          <p:spPr>
            <a:xfrm>
              <a:off x="4225169" y="1232151"/>
              <a:ext cx="2536152" cy="2061765"/>
            </a:xfrm>
            <a:prstGeom prst="roundRect">
              <a:avLst>
                <a:gd name="adj" fmla="val 5364"/>
              </a:avLst>
            </a:prstGeom>
            <a:solidFill>
              <a:srgbClr val="E2F0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2F0D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圆角矩形 14">
              <a:extLst>
                <a:ext uri="{FF2B5EF4-FFF2-40B4-BE49-F238E27FC236}">
                  <a16:creationId xmlns:a16="http://schemas.microsoft.com/office/drawing/2014/main" id="{0ABE675B-7525-CAE3-DF53-145797C5454D}"/>
                </a:ext>
              </a:extLst>
            </p:cNvPr>
            <p:cNvSpPr/>
            <p:nvPr/>
          </p:nvSpPr>
          <p:spPr>
            <a:xfrm>
              <a:off x="4320244" y="1325070"/>
              <a:ext cx="2346001" cy="1855781"/>
            </a:xfrm>
            <a:prstGeom prst="roundRect">
              <a:avLst/>
            </a:prstGeom>
            <a:noFill/>
            <a:ln w="28575">
              <a:solidFill>
                <a:srgbClr val="A9A9A9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3F3CA356-00A6-27E4-7838-05B873FDB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8683" y="1476665"/>
              <a:ext cx="899317" cy="899317"/>
            </a:xfrm>
            <a:prstGeom prst="rect">
              <a:avLst/>
            </a:prstGeom>
          </p:spPr>
        </p:pic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E749F56-7DD6-79F8-A775-50717460A1BB}"/>
                </a:ext>
              </a:extLst>
            </p:cNvPr>
            <p:cNvSpPr txBox="1"/>
            <p:nvPr/>
          </p:nvSpPr>
          <p:spPr>
            <a:xfrm>
              <a:off x="5570782" y="1781168"/>
              <a:ext cx="1143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BAEBB2E-38C3-B46D-B636-C8D856BC705B}"/>
                </a:ext>
              </a:extLst>
            </p:cNvPr>
            <p:cNvSpPr txBox="1"/>
            <p:nvPr/>
          </p:nvSpPr>
          <p:spPr>
            <a:xfrm>
              <a:off x="4598965" y="2462759"/>
              <a:ext cx="2084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智能去噪器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2" name="箭头: 下 62">
            <a:extLst>
              <a:ext uri="{FF2B5EF4-FFF2-40B4-BE49-F238E27FC236}">
                <a16:creationId xmlns:a16="http://schemas.microsoft.com/office/drawing/2014/main" id="{87534010-CE26-011A-2602-727445001B2F}"/>
              </a:ext>
            </a:extLst>
          </p:cNvPr>
          <p:cNvSpPr/>
          <p:nvPr/>
        </p:nvSpPr>
        <p:spPr>
          <a:xfrm rot="16200000">
            <a:off x="7287357" y="4094973"/>
            <a:ext cx="421848" cy="709667"/>
          </a:xfrm>
          <a:prstGeom prst="downArrow">
            <a:avLst>
              <a:gd name="adj1" fmla="val 32573"/>
              <a:gd name="adj2" fmla="val 499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B00219F-9E73-CC37-52F8-AAB19B4B88C0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97F4D30-F50C-4F8E-E9DE-887DB39B868D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E64105-B5FC-6E41-86B1-6AA04E02BA59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3DEF032-610E-BBEE-A5DA-25C3862119ED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5AF3DBD-DAFC-4811-9EED-558A4F1567C1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130C51A1-18C2-91BA-B09F-0B959AE3593D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8137032" y="3428998"/>
            <a:ext cx="2536152" cy="2061765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54" name="图片 53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51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708466" y="1956603"/>
              <a:ext cx="889390" cy="8603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9285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6C11-540F-01BE-9B5F-41BCB479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1802258E-B34E-CB7D-E1FC-9760E5EADDCB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DC0FBC00-EBB2-9482-E1AA-1F05EE61B57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935C2A6-8970-0AF4-6BB2-848F9C858AA4}"/>
              </a:ext>
            </a:extLst>
          </p:cNvPr>
          <p:cNvGrpSpPr/>
          <p:nvPr userDrawn="1"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A0D3D57-A6E3-38A3-31B0-D261AEF3986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2E5724-1807-6ACF-B8CE-A01731E7ECB1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EED72BE-F5BA-7EB2-F1EB-546BBB9E1246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112854E-604D-12C9-09E2-926AEF048926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9B2B355-41CE-E918-BDFA-4B48AA4CA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144E03-063A-BDFE-669F-C853B9F6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D37582-6897-CBE6-DD96-0F2CD7CE46C8}"/>
              </a:ext>
            </a:extLst>
          </p:cNvPr>
          <p:cNvSpPr txBox="1"/>
          <p:nvPr/>
        </p:nvSpPr>
        <p:spPr>
          <a:xfrm>
            <a:off x="903378" y="1015811"/>
            <a:ext cx="3076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任务定义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12EEE1-8CDD-4496-FE9A-462DA82F2AEE}"/>
              </a:ext>
            </a:extLst>
          </p:cNvPr>
          <p:cNvSpPr txBox="1"/>
          <p:nvPr/>
        </p:nvSpPr>
        <p:spPr>
          <a:xfrm>
            <a:off x="919480" y="1592244"/>
            <a:ext cx="72847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：训练一个卷积神经网络，用计图框架实现一个“智能去噪器”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88116B-03CB-1CFC-4D62-AF1BAD92DE44}"/>
              </a:ext>
            </a:extLst>
          </p:cNvPr>
          <p:cNvSpPr txBox="1"/>
          <p:nvPr/>
        </p:nvSpPr>
        <p:spPr>
          <a:xfrm>
            <a:off x="1523460" y="2055116"/>
            <a:ext cx="5221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输入：充满噪点的图像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输出：具有一定效果的去噪图像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899088" y="3429000"/>
            <a:ext cx="2536152" cy="2061765"/>
            <a:chOff x="996758" y="1315280"/>
            <a:chExt cx="2702406" cy="2134502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74" name="图片 73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71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708466" y="1956603"/>
              <a:ext cx="889390" cy="860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" name="箭头: 下 62">
            <a:extLst>
              <a:ext uri="{FF2B5EF4-FFF2-40B4-BE49-F238E27FC236}">
                <a16:creationId xmlns:a16="http://schemas.microsoft.com/office/drawing/2014/main" id="{8E01C089-80F0-248B-C3DD-B9390A78D848}"/>
              </a:ext>
            </a:extLst>
          </p:cNvPr>
          <p:cNvSpPr/>
          <p:nvPr/>
        </p:nvSpPr>
        <p:spPr>
          <a:xfrm rot="16200000">
            <a:off x="3721114" y="4105048"/>
            <a:ext cx="421848" cy="709667"/>
          </a:xfrm>
          <a:prstGeom prst="downArrow">
            <a:avLst>
              <a:gd name="adj1" fmla="val 32573"/>
              <a:gd name="adj2" fmla="val 499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" name="箭头: 下 62">
            <a:extLst>
              <a:ext uri="{FF2B5EF4-FFF2-40B4-BE49-F238E27FC236}">
                <a16:creationId xmlns:a16="http://schemas.microsoft.com/office/drawing/2014/main" id="{F9D0DB32-34A1-A90C-4209-722A3F848EC7}"/>
              </a:ext>
            </a:extLst>
          </p:cNvPr>
          <p:cNvSpPr/>
          <p:nvPr/>
        </p:nvSpPr>
        <p:spPr>
          <a:xfrm rot="16200000">
            <a:off x="7287357" y="4094973"/>
            <a:ext cx="421848" cy="709667"/>
          </a:xfrm>
          <a:prstGeom prst="downArrow">
            <a:avLst>
              <a:gd name="adj1" fmla="val 32573"/>
              <a:gd name="adj2" fmla="val 499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C05C34-2910-16E8-4ADF-5DC9553DCE88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C331E7-DB6C-7DA0-2D06-28FCD63D0992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3B03455-93A0-234D-3704-A565A261B7C6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2EE838C-EFE4-52E9-003F-A203341F16AD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D75A7C4-B51E-081B-8DD1-0ED2B0EE82E2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1736A800-34F3-4406-A795-489F482A4082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8090559" y="3418923"/>
            <a:ext cx="2536152" cy="2061765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51" name="图片 50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48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708466" y="1956603"/>
              <a:ext cx="889390" cy="8603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C983FD5-6056-95BE-426A-E6A5FEF8F2AE}"/>
              </a:ext>
            </a:extLst>
          </p:cNvPr>
          <p:cNvGrpSpPr/>
          <p:nvPr/>
        </p:nvGrpSpPr>
        <p:grpSpPr>
          <a:xfrm>
            <a:off x="4428836" y="3428998"/>
            <a:ext cx="2536152" cy="2061765"/>
            <a:chOff x="4225169" y="1232151"/>
            <a:chExt cx="2536152" cy="2061765"/>
          </a:xfrm>
        </p:grpSpPr>
        <p:sp>
          <p:nvSpPr>
            <p:cNvPr id="53" name="矩形: 圆角 39">
              <a:extLst>
                <a:ext uri="{FF2B5EF4-FFF2-40B4-BE49-F238E27FC236}">
                  <a16:creationId xmlns:a16="http://schemas.microsoft.com/office/drawing/2014/main" id="{DD8D6904-1E95-FD84-371A-0132F3DACFB4}"/>
                </a:ext>
              </a:extLst>
            </p:cNvPr>
            <p:cNvSpPr/>
            <p:nvPr/>
          </p:nvSpPr>
          <p:spPr>
            <a:xfrm>
              <a:off x="4225169" y="1232151"/>
              <a:ext cx="2536152" cy="2061765"/>
            </a:xfrm>
            <a:prstGeom prst="roundRect">
              <a:avLst>
                <a:gd name="adj" fmla="val 5364"/>
              </a:avLst>
            </a:prstGeom>
            <a:solidFill>
              <a:srgbClr val="E2F0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2F0D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圆角矩形 14">
              <a:extLst>
                <a:ext uri="{FF2B5EF4-FFF2-40B4-BE49-F238E27FC236}">
                  <a16:creationId xmlns:a16="http://schemas.microsoft.com/office/drawing/2014/main" id="{0ABE675B-7525-CAE3-DF53-145797C5454D}"/>
                </a:ext>
              </a:extLst>
            </p:cNvPr>
            <p:cNvSpPr/>
            <p:nvPr/>
          </p:nvSpPr>
          <p:spPr>
            <a:xfrm>
              <a:off x="4320244" y="1325070"/>
              <a:ext cx="2346001" cy="1855781"/>
            </a:xfrm>
            <a:prstGeom prst="roundRect">
              <a:avLst/>
            </a:prstGeom>
            <a:noFill/>
            <a:ln w="28575">
              <a:solidFill>
                <a:srgbClr val="A9A9A9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3F3CA356-00A6-27E4-7838-05B873FDB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8683" y="1476665"/>
              <a:ext cx="899317" cy="899317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BE749F56-7DD6-79F8-A775-50717460A1BB}"/>
                </a:ext>
              </a:extLst>
            </p:cNvPr>
            <p:cNvSpPr txBox="1"/>
            <p:nvPr/>
          </p:nvSpPr>
          <p:spPr>
            <a:xfrm>
              <a:off x="5570782" y="1781168"/>
              <a:ext cx="1143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BAEBB2E-38C3-B46D-B636-C8D856BC705B}"/>
                </a:ext>
              </a:extLst>
            </p:cNvPr>
            <p:cNvSpPr txBox="1"/>
            <p:nvPr/>
          </p:nvSpPr>
          <p:spPr>
            <a:xfrm>
              <a:off x="4598965" y="2462759"/>
              <a:ext cx="2084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智能去噪器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6814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275D-2E69-1AAF-FDB6-34116C77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2AF682FA-81C2-6F88-52EA-C13316FB3F8E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B1954077-DA44-1934-B54E-B9585E641349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B44DA16-45C6-7820-A6AA-FC8EDDCB57CB}"/>
              </a:ext>
            </a:extLst>
          </p:cNvPr>
          <p:cNvGrpSpPr/>
          <p:nvPr/>
        </p:nvGrpSpPr>
        <p:grpSpPr>
          <a:xfrm>
            <a:off x="490538" y="36957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D9C535E-EFA7-2D25-BEEB-CDF7060F669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9F4DD7-F86A-F0B9-A738-F45B08A379E8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0C47A4D-EC8A-3E2D-B59A-46A2FD28680B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EE4F6E-BC82-8F34-8723-24FB78BA488B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5686F10E-F4D8-AA49-97C1-C7ECFF562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0E8126-FC1F-8229-114E-35871FD0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E90D90-56EF-02C7-7F83-EA30C2E9A243}"/>
              </a:ext>
            </a:extLst>
          </p:cNvPr>
          <p:cNvSpPr txBox="1"/>
          <p:nvPr/>
        </p:nvSpPr>
        <p:spPr>
          <a:xfrm>
            <a:off x="903378" y="1015811"/>
            <a:ext cx="3076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项目结构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AE7FEB-5D58-3552-E2F0-37D257DFEB53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B404FA-4853-8266-20CE-F432F9672730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6EA0E5C-D500-C08B-947F-C7EF762AE256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6D5719E-49E3-1B8F-DC78-3E48698424DC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B52EF11-69BD-3FF3-7972-FB086A68990E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0F8DA184-A06D-BD25-92BD-A36DE58DACB1}"/>
                </a:ext>
              </a:extLst>
            </p:cNvPr>
            <p:cNvSpPr/>
            <p:nvPr/>
          </p:nvSpPr>
          <p:spPr>
            <a:xfrm rot="5400000">
              <a:off x="3500956" y="70282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矩形 22"/>
          <p:cNvSpPr/>
          <p:nvPr/>
        </p:nvSpPr>
        <p:spPr>
          <a:xfrm>
            <a:off x="919480" y="1633907"/>
            <a:ext cx="44103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denoise/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configs/        # 训练与实验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models/         # 神经网络模型定义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utils/          # 通用工具（存模型、加载配置等）</a:t>
            </a:r>
          </a:p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checkpoints/    # 训练过程中保存的模型权重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outputs/        # 可视化结果（验证集）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train.py        # 训练入口脚本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test.sh         # 运行脚本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README.md       # 项目说明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992" y="1094711"/>
            <a:ext cx="3024017" cy="46453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右箭头 28"/>
          <p:cNvSpPr/>
          <p:nvPr/>
        </p:nvSpPr>
        <p:spPr>
          <a:xfrm>
            <a:off x="5518485" y="2926568"/>
            <a:ext cx="1594556" cy="765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805731"/>
      </p:ext>
    </p:extLst>
  </p:cSld>
  <p:clrMapOvr>
    <a:masterClrMapping/>
  </p:clrMapOvr>
  <p:transition spd="slow" advTm="4362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13A4-CE9E-A602-C458-97CBA0A6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EBEDB0A5-FE6C-0BAC-2842-1E6767F56AC6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C170504E-D5C3-18DB-6DF3-4FAAD59FA7F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AA27935-4D75-31B2-1E83-9BF2E672A293}"/>
              </a:ext>
            </a:extLst>
          </p:cNvPr>
          <p:cNvGrpSpPr/>
          <p:nvPr userDrawn="1"/>
        </p:nvGrpSpPr>
        <p:grpSpPr>
          <a:xfrm>
            <a:off x="490537" y="422564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A39A55-9561-BCCD-F86F-DFCE720C8B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AD0D3FC-BDE1-F865-FEBB-415D16711FC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22FDAC-B234-7BD3-B344-C24C629A25E2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4EEA264-1264-C9DB-BF0E-5C94FB1F05D5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6F9F1D23-7B09-F695-DB0F-D6CAD456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1579CB-6251-5493-03BA-7683FD85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CBCD4-6785-3156-9910-A0C5436EA628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.2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运行流程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A47DFA-C3C7-440B-5D97-B2891E42DC28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ADD66D-49F9-5855-C2B9-2912ED25E90C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73D6EC4-5E7F-7CD7-33E7-26F869BE713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B71F86F-CAC4-645A-118E-02B2927A4E3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831FD1A-C96F-0758-A7B0-1C7E110CA9EC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EEF2225F-9A50-8D99-081E-4C4279196577}"/>
                </a:ext>
              </a:extLst>
            </p:cNvPr>
            <p:cNvSpPr/>
            <p:nvPr/>
          </p:nvSpPr>
          <p:spPr>
            <a:xfrm rot="5400000">
              <a:off x="3500956" y="70282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805CA1C-74CE-8B64-9FA1-5C24F44518FB}"/>
              </a:ext>
            </a:extLst>
          </p:cNvPr>
          <p:cNvSpPr/>
          <p:nvPr/>
        </p:nvSpPr>
        <p:spPr>
          <a:xfrm>
            <a:off x="629648" y="4799840"/>
            <a:ext cx="4151939" cy="11727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975416" y="2602330"/>
            <a:ext cx="2430032" cy="1760019"/>
            <a:chOff x="996758" y="1315280"/>
            <a:chExt cx="2702406" cy="213450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31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927" y="1686986"/>
              <a:ext cx="1192310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708466" y="1956602"/>
              <a:ext cx="889390" cy="1007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准备工作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左大括号 15"/>
          <p:cNvSpPr/>
          <p:nvPr/>
        </p:nvSpPr>
        <p:spPr>
          <a:xfrm>
            <a:off x="3547257" y="2009146"/>
            <a:ext cx="874858" cy="3075710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563924" y="1635639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563924" y="3069039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563924" y="4638440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684710" y="3198713"/>
            <a:ext cx="24273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计图环境下载</a:t>
            </a:r>
          </a:p>
          <a:p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4593588" y="1825956"/>
            <a:ext cx="26095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zh-CN" altLang="en-US" sz="2000" b="1" dirty="0" smtClean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虚拟环境配置</a:t>
            </a:r>
            <a:endParaRPr lang="zh-CN" altLang="en-US" sz="2000" b="1" dirty="0">
              <a:solidFill>
                <a:srgbClr val="004C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400" dirty="0"/>
          </a:p>
        </p:txBody>
      </p:sp>
      <p:sp>
        <p:nvSpPr>
          <p:cNvPr id="44" name="文本框 43"/>
          <p:cNvSpPr txBox="1"/>
          <p:nvPr/>
        </p:nvSpPr>
        <p:spPr>
          <a:xfrm>
            <a:off x="4644534" y="4799840"/>
            <a:ext cx="24273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dirty="0" smtClean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集的准备</a:t>
            </a:r>
          </a:p>
          <a:p>
            <a:endParaRPr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8157457" y="1751149"/>
            <a:ext cx="2138239" cy="556696"/>
            <a:chOff x="8157457" y="1751149"/>
            <a:chExt cx="2138239" cy="556696"/>
          </a:xfrm>
        </p:grpSpPr>
        <p:sp>
          <p:nvSpPr>
            <p:cNvPr id="37" name="矩形 36"/>
            <p:cNvSpPr/>
            <p:nvPr/>
          </p:nvSpPr>
          <p:spPr>
            <a:xfrm>
              <a:off x="8211875" y="1751149"/>
              <a:ext cx="2029405" cy="556696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157457" y="1838779"/>
              <a:ext cx="21382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采用</a:t>
              </a:r>
              <a:r>
                <a:rPr lang="en-US" altLang="zh-CN" dirty="0" smtClean="0"/>
                <a:t>python3.9</a:t>
              </a:r>
              <a:r>
                <a:rPr lang="zh-CN" altLang="en-US" dirty="0" smtClean="0"/>
                <a:t>环境</a:t>
              </a:r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211875" y="4733598"/>
            <a:ext cx="2761693" cy="556696"/>
            <a:chOff x="8157457" y="1751149"/>
            <a:chExt cx="2761693" cy="556696"/>
          </a:xfrm>
        </p:grpSpPr>
        <p:sp>
          <p:nvSpPr>
            <p:cNvPr id="49" name="矩形 48"/>
            <p:cNvSpPr/>
            <p:nvPr/>
          </p:nvSpPr>
          <p:spPr>
            <a:xfrm>
              <a:off x="8211875" y="1751149"/>
              <a:ext cx="2707275" cy="556696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157457" y="1838779"/>
              <a:ext cx="2645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数据集来源：</a:t>
              </a:r>
              <a:r>
                <a:rPr lang="en-US" altLang="zh-CN" dirty="0" err="1" smtClean="0"/>
                <a:t>noisebase</a:t>
              </a:r>
              <a:endParaRPr lang="zh-CN" altLang="en-US" dirty="0"/>
            </a:p>
          </p:txBody>
        </p:sp>
      </p:grpSp>
      <p:sp>
        <p:nvSpPr>
          <p:cNvPr id="45" name="右箭头 44"/>
          <p:cNvSpPr/>
          <p:nvPr/>
        </p:nvSpPr>
        <p:spPr>
          <a:xfrm>
            <a:off x="7290262" y="1936865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7272024" y="4962838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7803548"/>
      </p:ext>
    </p:extLst>
  </p:cSld>
  <p:clrMapOvr>
    <a:masterClrMapping/>
  </p:clrMapOvr>
  <p:transition spd="slow" advTm="1717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13A4-CE9E-A602-C458-97CBA0A6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EBEDB0A5-FE6C-0BAC-2842-1E6767F56AC6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C170504E-D5C3-18DB-6DF3-4FAAD59FA7F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AA27935-4D75-31B2-1E83-9BF2E672A293}"/>
              </a:ext>
            </a:extLst>
          </p:cNvPr>
          <p:cNvGrpSpPr/>
          <p:nvPr userDrawn="1"/>
        </p:nvGrpSpPr>
        <p:grpSpPr>
          <a:xfrm>
            <a:off x="490537" y="40563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A39A55-9561-BCCD-F86F-DFCE720C8B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AD0D3FC-BDE1-F865-FEBB-415D16711FC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22FDAC-B234-7BD3-B344-C24C629A25E2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4EEA264-1264-C9DB-BF0E-5C94FB1F05D5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6F9F1D23-7B09-F695-DB0F-D6CAD456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1579CB-6251-5493-03BA-7683FD85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CBCD4-6785-3156-9910-A0C5436EA628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.2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运行流程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A47DFA-C3C7-440B-5D97-B2891E42DC28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ADD66D-49F9-5855-C2B9-2912ED25E90C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73D6EC4-5E7F-7CD7-33E7-26F869BE713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B71F86F-CAC4-645A-118E-02B2927A4E3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831FD1A-C96F-0758-A7B0-1C7E110CA9EC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EEF2225F-9A50-8D99-081E-4C4279196577}"/>
                </a:ext>
              </a:extLst>
            </p:cNvPr>
            <p:cNvSpPr/>
            <p:nvPr/>
          </p:nvSpPr>
          <p:spPr>
            <a:xfrm rot="5400000">
              <a:off x="3500956" y="70282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805CA1C-74CE-8B64-9FA1-5C24F44518FB}"/>
              </a:ext>
            </a:extLst>
          </p:cNvPr>
          <p:cNvSpPr/>
          <p:nvPr/>
        </p:nvSpPr>
        <p:spPr>
          <a:xfrm>
            <a:off x="629648" y="4799840"/>
            <a:ext cx="4151939" cy="11727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975416" y="2602330"/>
            <a:ext cx="2430032" cy="1760019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1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927" y="1686986"/>
              <a:ext cx="1192310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644312" y="1926110"/>
              <a:ext cx="889390" cy="10078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模型训练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左大括号 15"/>
          <p:cNvSpPr/>
          <p:nvPr/>
        </p:nvSpPr>
        <p:spPr>
          <a:xfrm>
            <a:off x="3547257" y="2009146"/>
            <a:ext cx="874858" cy="3075710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684710" y="2529751"/>
            <a:ext cx="2609559" cy="717564"/>
            <a:chOff x="4511924" y="1635640"/>
            <a:chExt cx="2609559" cy="717564"/>
          </a:xfrm>
        </p:grpSpPr>
        <p:sp>
          <p:nvSpPr>
            <p:cNvPr id="23" name="矩形 22"/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11924" y="1768429"/>
              <a:ext cx="2609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Models</a:t>
              </a:r>
              <a:r>
                <a:rPr lang="zh-CN" altLang="en-US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定义网格结构</a:t>
              </a:r>
              <a:endParaRPr lang="zh-CN" altLang="en-US" sz="16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/>
            </a:p>
          </p:txBody>
        </p:sp>
      </p:grpSp>
      <p:sp>
        <p:nvSpPr>
          <p:cNvPr id="45" name="右箭头 44"/>
          <p:cNvSpPr/>
          <p:nvPr/>
        </p:nvSpPr>
        <p:spPr>
          <a:xfrm>
            <a:off x="7130995" y="1946979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7272024" y="4962838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4664324" y="1788040"/>
            <a:ext cx="2609559" cy="717564"/>
            <a:chOff x="4511924" y="1635640"/>
            <a:chExt cx="2609559" cy="717564"/>
          </a:xfrm>
        </p:grpSpPr>
        <p:sp>
          <p:nvSpPr>
            <p:cNvPr id="52" name="矩形 51"/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511924" y="1768429"/>
              <a:ext cx="2609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err="1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Configs</a:t>
              </a:r>
              <a:r>
                <a:rPr lang="zh-CN" altLang="en-US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提供训练参数</a:t>
              </a:r>
              <a:endParaRPr lang="zh-CN" altLang="en-US" sz="16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678127" y="4020513"/>
            <a:ext cx="2609559" cy="717564"/>
            <a:chOff x="4511924" y="1635640"/>
            <a:chExt cx="2609559" cy="717564"/>
          </a:xfrm>
        </p:grpSpPr>
        <p:sp>
          <p:nvSpPr>
            <p:cNvPr id="56" name="矩形 55"/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511924" y="1768429"/>
              <a:ext cx="2609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Train.py</a:t>
              </a:r>
              <a:r>
                <a:rPr lang="zh-CN" altLang="en-US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统一执行</a:t>
              </a:r>
              <a:endParaRPr lang="zh-CN" altLang="en-US" sz="16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699100" y="3285758"/>
            <a:ext cx="2609559" cy="700569"/>
            <a:chOff x="4070199" y="1787431"/>
            <a:chExt cx="2609559" cy="700569"/>
          </a:xfrm>
        </p:grpSpPr>
        <p:sp>
          <p:nvSpPr>
            <p:cNvPr id="59" name="矩形 58"/>
            <p:cNvSpPr/>
            <p:nvPr/>
          </p:nvSpPr>
          <p:spPr>
            <a:xfrm>
              <a:off x="4106551" y="1787431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070199" y="1903225"/>
              <a:ext cx="2609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err="1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Utils</a:t>
              </a:r>
              <a:r>
                <a:rPr lang="zh-CN" altLang="en-US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提供工具</a:t>
              </a:r>
              <a:endParaRPr lang="zh-CN" altLang="en-US" sz="16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693430" y="4695496"/>
            <a:ext cx="2609559" cy="717564"/>
            <a:chOff x="4511924" y="1635640"/>
            <a:chExt cx="2609559" cy="717564"/>
          </a:xfrm>
        </p:grpSpPr>
        <p:sp>
          <p:nvSpPr>
            <p:cNvPr id="62" name="矩形 61"/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511924" y="1768429"/>
              <a:ext cx="2609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r>
                <a:rPr lang="en-US" altLang="zh-CN" sz="16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checkpoints</a:t>
              </a:r>
              <a:endParaRPr lang="zh-CN" altLang="en-US" sz="16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221" y="4246697"/>
            <a:ext cx="2043475" cy="1630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5031" y="1375866"/>
            <a:ext cx="2157854" cy="26104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9627016"/>
      </p:ext>
    </p:extLst>
  </p:cSld>
  <p:clrMapOvr>
    <a:masterClrMapping/>
  </p:clrMapOvr>
  <p:transition spd="slow" advTm="1717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C746-7B02-6DB7-CB4C-EDA70DEE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785B8B5D-247F-D8D6-673D-20257908D158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190CEE03-E111-6C6A-2686-95BFA418BE0B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04EBCF8-BC92-106C-D65D-183AD0A5D69C}"/>
              </a:ext>
            </a:extLst>
          </p:cNvPr>
          <p:cNvGrpSpPr/>
          <p:nvPr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72ABC81-5658-226B-AA79-D2FDBCDBFE9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9D37791-0779-7A02-435D-C686C8A8460C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EE470CC-98A4-5388-BF75-C08DD974B72C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3DCFAA-4C42-BECB-3398-CE5B824556EC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4F6AED0B-C181-B992-BF8C-1CBD20A82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53" name="灯片编号占位符 52">
            <a:extLst>
              <a:ext uri="{FF2B5EF4-FFF2-40B4-BE49-F238E27FC236}">
                <a16:creationId xmlns:a16="http://schemas.microsoft.com/office/drawing/2014/main" id="{C6C9715D-E5BB-23FA-7A3C-4FE918B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6C9971-E502-C44C-F184-183EFB74F009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成果展示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6E4FE7F-5759-35E3-7C7F-F87337AC1E77}"/>
              </a:ext>
            </a:extLst>
          </p:cNvPr>
          <p:cNvSpPr/>
          <p:nvPr/>
        </p:nvSpPr>
        <p:spPr>
          <a:xfrm>
            <a:off x="685050" y="2716990"/>
            <a:ext cx="1521600" cy="1522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BBD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078196E-5796-4ED6-E2D6-792075A16C6E}"/>
              </a:ext>
            </a:extLst>
          </p:cNvPr>
          <p:cNvSpPr/>
          <p:nvPr/>
        </p:nvSpPr>
        <p:spPr>
          <a:xfrm>
            <a:off x="899088" y="2936590"/>
            <a:ext cx="1085075" cy="108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成果展示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C2D31CE-185E-B465-CCF3-468162DC8325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03068E8-3299-2A54-2E09-16F0E0A12603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19564D-6D1A-4B55-1245-CCC511201D76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60D3F2F-5507-AB64-E856-9672973371FB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0955D1A-0963-F011-A8C3-DEF1B29CAF33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29B8FEB7-E349-DBA9-4350-DAD6DB0CD332}"/>
                </a:ext>
              </a:extLst>
            </p:cNvPr>
            <p:cNvSpPr/>
            <p:nvPr/>
          </p:nvSpPr>
          <p:spPr>
            <a:xfrm rot="5400000">
              <a:off x="6363497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D29DC32E-EB8C-4BFA-54CD-253758D6A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393501"/>
              </p:ext>
            </p:extLst>
          </p:nvPr>
        </p:nvGraphicFramePr>
        <p:xfrm>
          <a:off x="2976271" y="1697479"/>
          <a:ext cx="8530679" cy="3755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1" name="梯形 30">
            <a:extLst>
              <a:ext uri="{FF2B5EF4-FFF2-40B4-BE49-F238E27FC236}">
                <a16:creationId xmlns:a16="http://schemas.microsoft.com/office/drawing/2014/main" id="{B84E9CEC-30AE-929C-D85B-AD438562B7BE}"/>
              </a:ext>
            </a:extLst>
          </p:cNvPr>
          <p:cNvSpPr/>
          <p:nvPr/>
        </p:nvSpPr>
        <p:spPr>
          <a:xfrm rot="16200000">
            <a:off x="1059985" y="3015333"/>
            <a:ext cx="3395001" cy="970496"/>
          </a:xfrm>
          <a:prstGeom prst="trapezoid">
            <a:avLst>
              <a:gd name="adj" fmla="val 143732"/>
            </a:avLst>
          </a:prstGeom>
          <a:gradFill>
            <a:gsLst>
              <a:gs pos="72446">
                <a:srgbClr val="B6D3EC"/>
              </a:gs>
              <a:gs pos="0">
                <a:schemeClr val="accent1">
                  <a:lumMod val="5000"/>
                  <a:lumOff val="9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52000">
                <a:schemeClr val="accent1">
                  <a:lumMod val="45000"/>
                  <a:lumOff val="55000"/>
                </a:schemeClr>
              </a:gs>
              <a:gs pos="100000">
                <a:srgbClr val="5B9BD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588975"/>
      </p:ext>
    </p:extLst>
  </p:cSld>
  <p:clrMapOvr>
    <a:masterClrMapping/>
  </p:clrMapOvr>
  <p:transition spd="slow" advTm="100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4985-1EB8-2A3A-56A9-A0753746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7F360875-FBE1-512A-EC1B-1434610C25F2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BC3483AE-8D05-0D1C-2DC4-793E5D25FC5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A8E3196-B90F-1317-0D10-C222EEB4D73E}"/>
              </a:ext>
            </a:extLst>
          </p:cNvPr>
          <p:cNvGrpSpPr/>
          <p:nvPr/>
        </p:nvGrpSpPr>
        <p:grpSpPr>
          <a:xfrm>
            <a:off x="490538" y="472440"/>
            <a:ext cx="11098487" cy="6025681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B8A465A-0C75-17C7-B104-33E316629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B3752C1-1DE6-66E1-A9F5-F683DD3AA543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4EDB5BA-E8D9-A93A-DA07-66268237EC10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68FE45-4B7D-86C6-A679-8761A68ACA5C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07EEC57-4A99-C98B-28DD-8E094F545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C3BF1810-D589-0CCF-65DD-CE0BA9BE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1960F8-220E-364C-061A-90ACCC11401B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3CEF46-0723-20D8-EE9D-9F2BB1D4DEAF}"/>
              </a:ext>
            </a:extLst>
          </p:cNvPr>
          <p:cNvSpPr txBox="1"/>
          <p:nvPr/>
        </p:nvSpPr>
        <p:spPr>
          <a:xfrm>
            <a:off x="1294880" y="1568417"/>
            <a:ext cx="42304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项目完成的工作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完成计图框架的配置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了数据集的构建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在计图框架下训练了一个卷积神经网络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编写了一个脚本，可以根据需求调用相应的权重文件，并可以调整输出文件的数量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完成了一个基于计图框架的从输入到输出的“智能去噪器”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FA3F2630-2FB8-F23F-9F14-515BC15F916D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9F587F8-0235-3278-4E0D-80209422D5BB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8860F52A-0ACF-C431-0E51-3BF2CB84B8B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B11F69C8-7256-92D3-7675-9DF535159D22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1BA8B2E0-25D7-536D-B06E-FB4AB6B64122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  <p:sp>
          <p:nvSpPr>
            <p:cNvPr id="99" name="等腰三角形 98">
              <a:extLst>
                <a:ext uri="{FF2B5EF4-FFF2-40B4-BE49-F238E27FC236}">
                  <a16:creationId xmlns:a16="http://schemas.microsoft.com/office/drawing/2014/main" id="{B2E54189-B6F0-059A-FE23-FA771129E8A0}"/>
                </a:ext>
              </a:extLst>
            </p:cNvPr>
            <p:cNvSpPr/>
            <p:nvPr/>
          </p:nvSpPr>
          <p:spPr>
            <a:xfrm rot="5400000">
              <a:off x="9490214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7126969" y="1152613"/>
            <a:ext cx="2725580" cy="1539580"/>
            <a:chOff x="996758" y="1315280"/>
            <a:chExt cx="2702406" cy="2134502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59" name="图片 58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56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712372" y="1918146"/>
              <a:ext cx="889390" cy="860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C983FD5-6056-95BE-426A-E6A5FEF8F2AE}"/>
              </a:ext>
            </a:extLst>
          </p:cNvPr>
          <p:cNvGrpSpPr/>
          <p:nvPr/>
        </p:nvGrpSpPr>
        <p:grpSpPr>
          <a:xfrm>
            <a:off x="7250073" y="2876318"/>
            <a:ext cx="2500300" cy="1378267"/>
            <a:chOff x="4225169" y="1232151"/>
            <a:chExt cx="2536152" cy="2061765"/>
          </a:xfrm>
        </p:grpSpPr>
        <p:sp>
          <p:nvSpPr>
            <p:cNvPr id="61" name="矩形: 圆角 39">
              <a:extLst>
                <a:ext uri="{FF2B5EF4-FFF2-40B4-BE49-F238E27FC236}">
                  <a16:creationId xmlns:a16="http://schemas.microsoft.com/office/drawing/2014/main" id="{DD8D6904-1E95-FD84-371A-0132F3DACFB4}"/>
                </a:ext>
              </a:extLst>
            </p:cNvPr>
            <p:cNvSpPr/>
            <p:nvPr/>
          </p:nvSpPr>
          <p:spPr>
            <a:xfrm>
              <a:off x="4225169" y="1232151"/>
              <a:ext cx="2536152" cy="2061765"/>
            </a:xfrm>
            <a:prstGeom prst="roundRect">
              <a:avLst>
                <a:gd name="adj" fmla="val 5364"/>
              </a:avLst>
            </a:prstGeom>
            <a:solidFill>
              <a:srgbClr val="E2F0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2F0D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圆角矩形 14">
              <a:extLst>
                <a:ext uri="{FF2B5EF4-FFF2-40B4-BE49-F238E27FC236}">
                  <a16:creationId xmlns:a16="http://schemas.microsoft.com/office/drawing/2014/main" id="{0ABE675B-7525-CAE3-DF53-145797C5454D}"/>
                </a:ext>
              </a:extLst>
            </p:cNvPr>
            <p:cNvSpPr/>
            <p:nvPr/>
          </p:nvSpPr>
          <p:spPr>
            <a:xfrm>
              <a:off x="4320244" y="1325070"/>
              <a:ext cx="2346001" cy="1855781"/>
            </a:xfrm>
            <a:prstGeom prst="roundRect">
              <a:avLst/>
            </a:prstGeom>
            <a:noFill/>
            <a:ln w="28575">
              <a:solidFill>
                <a:srgbClr val="A9A9A9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3F3CA356-00A6-27E4-7838-05B873FDB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0110" y="1401555"/>
              <a:ext cx="899317" cy="1148036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E749F56-7DD6-79F8-A775-50717460A1BB}"/>
                </a:ext>
              </a:extLst>
            </p:cNvPr>
            <p:cNvSpPr txBox="1"/>
            <p:nvPr/>
          </p:nvSpPr>
          <p:spPr>
            <a:xfrm>
              <a:off x="5570782" y="1781168"/>
              <a:ext cx="1143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6BAEBB2E-38C3-B46D-B636-C8D856BC705B}"/>
                </a:ext>
              </a:extLst>
            </p:cNvPr>
            <p:cNvSpPr txBox="1"/>
            <p:nvPr/>
          </p:nvSpPr>
          <p:spPr>
            <a:xfrm>
              <a:off x="4598965" y="2462759"/>
              <a:ext cx="2084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智能去噪器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7354921" y="4573224"/>
            <a:ext cx="2497628" cy="1473296"/>
            <a:chOff x="996758" y="1315281"/>
            <a:chExt cx="2702406" cy="2134503"/>
          </a:xfrm>
          <a:solidFill>
            <a:srgbClr val="BDD7EE"/>
          </a:solidFill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1"/>
              <a:ext cx="2702406" cy="2134503"/>
              <a:chOff x="1246140" y="1003554"/>
              <a:chExt cx="2920614" cy="2435839"/>
            </a:xfrm>
            <a:grpFill/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75" name="图片 74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72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4"/>
                <a:ext cx="2920614" cy="2435839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7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336" y="1686986"/>
              <a:ext cx="1399492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708466" y="1843012"/>
              <a:ext cx="889390" cy="8603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352478"/>
      </p:ext>
    </p:extLst>
  </p:cSld>
  <p:clrMapOvr>
    <a:masterClrMapping/>
  </p:clrMapOvr>
  <p:transition spd="slow" advTm="343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A65D-DA5A-89FE-8279-02E49560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B05BF913-1DB3-3913-A66D-2B2B69C13305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FDDD79A5-D1CC-55B1-E7EE-1CD487A4C0F5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50D6EBC-AB62-5127-C51E-323047E9134F}"/>
              </a:ext>
            </a:extLst>
          </p:cNvPr>
          <p:cNvGrpSpPr/>
          <p:nvPr/>
        </p:nvGrpSpPr>
        <p:grpSpPr>
          <a:xfrm>
            <a:off x="510415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90059CD-8768-AE81-26B2-3848BC00BF3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935C648-6EE7-2303-9BE7-92E910703D6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B21D0DE-8620-B2D8-82C8-7BDD308C4B2F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1E4BFB5-2216-954C-2475-B5887D0F6D2C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03BD45D3-D5B1-2D3E-C263-D96BB75A0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283ECD-F293-865C-186C-C79A2B61A6C2}"/>
              </a:ext>
            </a:extLst>
          </p:cNvPr>
          <p:cNvGrpSpPr/>
          <p:nvPr/>
        </p:nvGrpSpPr>
        <p:grpSpPr>
          <a:xfrm>
            <a:off x="1488855" y="587556"/>
            <a:ext cx="9170988" cy="400110"/>
            <a:chOff x="1488855" y="587556"/>
            <a:chExt cx="9170988" cy="40011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3C0569D-DD13-9F48-7A69-8602F25DF1D9}"/>
                </a:ext>
              </a:extLst>
            </p:cNvPr>
            <p:cNvSpPr txBox="1"/>
            <p:nvPr/>
          </p:nvSpPr>
          <p:spPr>
            <a:xfrm>
              <a:off x="1488855" y="587556"/>
              <a:ext cx="1298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2B162E9-4F12-99CB-ED74-37ADBCB2FB35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具体方法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1137767-1FCE-38F6-DB43-1403DC534298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成果展示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313DF7A-29D2-0211-23EF-BFB990C2421E}"/>
                </a:ext>
              </a:extLst>
            </p:cNvPr>
            <p:cNvSpPr txBox="1"/>
            <p:nvPr/>
          </p:nvSpPr>
          <p:spPr>
            <a:xfrm>
              <a:off x="9586271" y="587556"/>
              <a:ext cx="1073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8FAA947-A2D7-9A32-63B9-69DA86368926}"/>
              </a:ext>
            </a:extLst>
          </p:cNvPr>
          <p:cNvSpPr/>
          <p:nvPr/>
        </p:nvSpPr>
        <p:spPr>
          <a:xfrm>
            <a:off x="1253067" y="1377244"/>
            <a:ext cx="3499555" cy="699912"/>
          </a:xfrm>
          <a:prstGeom prst="roundRect">
            <a:avLst/>
          </a:prstGeom>
          <a:solidFill>
            <a:srgbClr val="DE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附录：数据集中的一些图表示例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F45F21-D6AC-670F-7DD7-E5929C0D03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54" y="2360920"/>
            <a:ext cx="1609950" cy="16099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1C82C8C-C50E-6C45-5D8D-306DE16ABB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469" y="2360920"/>
            <a:ext cx="1609950" cy="16099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817C51F-8A2F-092B-F051-78DC4B18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3332" y="2360920"/>
            <a:ext cx="1625991" cy="162599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36D6F2-0475-AD1F-3F1C-7B61762AA9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580" y="2408594"/>
            <a:ext cx="1571967" cy="157196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6B6703C-4274-C356-D183-0FA23DC8EEB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18" y="4254634"/>
            <a:ext cx="1795743" cy="1795743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44BA319-D7AE-51FB-2E98-4490D5AA561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181" y="4254634"/>
            <a:ext cx="1795743" cy="1795743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56734B4-AA40-C154-C0E3-D43D9B4B6F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498" y="4254634"/>
            <a:ext cx="1798720" cy="1798720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905040"/>
      </p:ext>
    </p:extLst>
  </p:cSld>
  <p:clrMapOvr>
    <a:masterClrMapping/>
  </p:clrMapOvr>
  <p:transition spd="slow" advTm="152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直角三角形 29">
            <a:extLst>
              <a:ext uri="{FF2B5EF4-FFF2-40B4-BE49-F238E27FC236}">
                <a16:creationId xmlns:a16="http://schemas.microsoft.com/office/drawing/2014/main" id="{F057097D-FCEA-E5AC-C344-3CA18371752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直角三角形 25">
            <a:extLst>
              <a:ext uri="{FF2B5EF4-FFF2-40B4-BE49-F238E27FC236}">
                <a16:creationId xmlns:a16="http://schemas.microsoft.com/office/drawing/2014/main" id="{9F789202-470B-F518-8896-8CF1B5A6FCBD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D7CD63-220D-2B86-4A7F-CC5A901CC086}"/>
              </a:ext>
            </a:extLst>
          </p:cNvPr>
          <p:cNvGrpSpPr/>
          <p:nvPr/>
        </p:nvGrpSpPr>
        <p:grpSpPr>
          <a:xfrm>
            <a:off x="489600" y="472440"/>
            <a:ext cx="11210923" cy="6019800"/>
            <a:chOff x="499072" y="441960"/>
            <a:chExt cx="11211033" cy="6019801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AF56B21-A8D3-859F-EE01-014BE7314F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9072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217B7BA-6D6D-381C-DAE8-02A1AAF1E34C}"/>
                </a:ext>
              </a:extLst>
            </p:cNvPr>
            <p:cNvSpPr/>
            <p:nvPr userDrawn="1"/>
          </p:nvSpPr>
          <p:spPr>
            <a:xfrm>
              <a:off x="499072" y="441960"/>
              <a:ext cx="11211032" cy="6019801"/>
            </a:xfrm>
            <a:prstGeom prst="rect">
              <a:avLst/>
            </a:prstGeom>
            <a:solidFill>
              <a:srgbClr val="FFFEF7">
                <a:alpha val="8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90" y="1252062"/>
            <a:ext cx="2917715" cy="920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86000" y="2788222"/>
            <a:ext cx="7620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汇报完毕，敬请指正</a:t>
            </a:r>
          </a:p>
        </p:txBody>
      </p:sp>
      <p:sp>
        <p:nvSpPr>
          <p:cNvPr id="12" name="图形"/>
          <p:cNvSpPr txBox="1"/>
          <p:nvPr>
            <p:custDataLst>
              <p:tags r:id="rId1"/>
            </p:custDataLst>
          </p:nvPr>
        </p:nvSpPr>
        <p:spPr>
          <a:xfrm>
            <a:off x="4061767" y="4393928"/>
            <a:ext cx="183185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汇报人：汤英琦</a:t>
            </a:r>
          </a:p>
        </p:txBody>
      </p:sp>
      <p:sp>
        <p:nvSpPr>
          <p:cNvPr id="13" name="图形"/>
          <p:cNvSpPr txBox="1"/>
          <p:nvPr>
            <p:custDataLst>
              <p:tags r:id="rId2"/>
            </p:custDataLst>
          </p:nvPr>
        </p:nvSpPr>
        <p:spPr>
          <a:xfrm>
            <a:off x="6769284" y="4409317"/>
            <a:ext cx="313671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汇报时间：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2025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年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12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月 </a:t>
            </a:r>
            <a:r>
              <a:rPr lang="en-US" altLang="zh-C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21</a:t>
            </a:r>
            <a:r>
              <a:rPr lang="en-US" altLang="zh-C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日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14" name="图形"/>
          <p:cNvSpPr/>
          <p:nvPr>
            <p:custDataLst>
              <p:tags r:id="rId3"/>
            </p:custDataLst>
          </p:nvPr>
        </p:nvSpPr>
        <p:spPr>
          <a:xfrm>
            <a:off x="3506910" y="4330755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pic>
        <p:nvPicPr>
          <p:cNvPr id="15" name="图形" descr="303b32313533373635313bbbe3b1a8d5d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87899" y="4402777"/>
            <a:ext cx="352294" cy="352294"/>
          </a:xfrm>
          <a:prstGeom prst="rect">
            <a:avLst/>
          </a:prstGeom>
        </p:spPr>
      </p:pic>
      <p:sp>
        <p:nvSpPr>
          <p:cNvPr id="16" name="图形"/>
          <p:cNvSpPr/>
          <p:nvPr>
            <p:custDataLst>
              <p:tags r:id="rId5"/>
            </p:custDataLst>
          </p:nvPr>
        </p:nvSpPr>
        <p:spPr>
          <a:xfrm>
            <a:off x="6191691" y="4330755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264669" y="4457312"/>
            <a:ext cx="351985" cy="257452"/>
            <a:chOff x="2751138" y="4071938"/>
            <a:chExt cx="1558925" cy="1158875"/>
          </a:xfrm>
          <a:solidFill>
            <a:srgbClr val="0A0301"/>
          </a:solidFill>
        </p:grpSpPr>
        <p:sp>
          <p:nvSpPr>
            <p:cNvPr id="18" name="图形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4562475"/>
              <a:ext cx="539750" cy="477838"/>
            </a:xfrm>
            <a:custGeom>
              <a:avLst/>
              <a:gdLst>
                <a:gd name="T0" fmla="*/ 255 w 340"/>
                <a:gd name="T1" fmla="*/ 0 h 301"/>
                <a:gd name="T2" fmla="*/ 136 w 340"/>
                <a:gd name="T3" fmla="*/ 99 h 301"/>
                <a:gd name="T4" fmla="*/ 28 w 340"/>
                <a:gd name="T5" fmla="*/ 8 h 301"/>
                <a:gd name="T6" fmla="*/ 28 w 340"/>
                <a:gd name="T7" fmla="*/ 8 h 301"/>
                <a:gd name="T8" fmla="*/ 14 w 340"/>
                <a:gd name="T9" fmla="*/ 31 h 301"/>
                <a:gd name="T10" fmla="*/ 0 w 340"/>
                <a:gd name="T11" fmla="*/ 50 h 301"/>
                <a:gd name="T12" fmla="*/ 0 w 340"/>
                <a:gd name="T13" fmla="*/ 50 h 301"/>
                <a:gd name="T14" fmla="*/ 24 w 340"/>
                <a:gd name="T15" fmla="*/ 70 h 301"/>
                <a:gd name="T16" fmla="*/ 47 w 340"/>
                <a:gd name="T17" fmla="*/ 95 h 301"/>
                <a:gd name="T18" fmla="*/ 68 w 340"/>
                <a:gd name="T19" fmla="*/ 122 h 301"/>
                <a:gd name="T20" fmla="*/ 84 w 340"/>
                <a:gd name="T21" fmla="*/ 149 h 301"/>
                <a:gd name="T22" fmla="*/ 99 w 340"/>
                <a:gd name="T23" fmla="*/ 180 h 301"/>
                <a:gd name="T24" fmla="*/ 109 w 340"/>
                <a:gd name="T25" fmla="*/ 213 h 301"/>
                <a:gd name="T26" fmla="*/ 115 w 340"/>
                <a:gd name="T27" fmla="*/ 248 h 301"/>
                <a:gd name="T28" fmla="*/ 117 w 340"/>
                <a:gd name="T29" fmla="*/ 283 h 301"/>
                <a:gd name="T30" fmla="*/ 117 w 340"/>
                <a:gd name="T31" fmla="*/ 283 h 301"/>
                <a:gd name="T32" fmla="*/ 115 w 340"/>
                <a:gd name="T33" fmla="*/ 301 h 301"/>
                <a:gd name="T34" fmla="*/ 115 w 340"/>
                <a:gd name="T35" fmla="*/ 301 h 301"/>
                <a:gd name="T36" fmla="*/ 136 w 340"/>
                <a:gd name="T37" fmla="*/ 301 h 301"/>
                <a:gd name="T38" fmla="*/ 136 w 340"/>
                <a:gd name="T39" fmla="*/ 301 h 301"/>
                <a:gd name="T40" fmla="*/ 167 w 340"/>
                <a:gd name="T41" fmla="*/ 299 h 301"/>
                <a:gd name="T42" fmla="*/ 200 w 340"/>
                <a:gd name="T43" fmla="*/ 293 h 301"/>
                <a:gd name="T44" fmla="*/ 233 w 340"/>
                <a:gd name="T45" fmla="*/ 285 h 301"/>
                <a:gd name="T46" fmla="*/ 266 w 340"/>
                <a:gd name="T47" fmla="*/ 270 h 301"/>
                <a:gd name="T48" fmla="*/ 282 w 340"/>
                <a:gd name="T49" fmla="*/ 262 h 301"/>
                <a:gd name="T50" fmla="*/ 295 w 340"/>
                <a:gd name="T51" fmla="*/ 252 h 301"/>
                <a:gd name="T52" fmla="*/ 307 w 340"/>
                <a:gd name="T53" fmla="*/ 242 h 301"/>
                <a:gd name="T54" fmla="*/ 319 w 340"/>
                <a:gd name="T55" fmla="*/ 229 h 301"/>
                <a:gd name="T56" fmla="*/ 328 w 340"/>
                <a:gd name="T57" fmla="*/ 217 h 301"/>
                <a:gd name="T58" fmla="*/ 334 w 340"/>
                <a:gd name="T59" fmla="*/ 204 h 301"/>
                <a:gd name="T60" fmla="*/ 338 w 340"/>
                <a:gd name="T61" fmla="*/ 190 h 301"/>
                <a:gd name="T62" fmla="*/ 340 w 340"/>
                <a:gd name="T63" fmla="*/ 176 h 301"/>
                <a:gd name="T64" fmla="*/ 340 w 340"/>
                <a:gd name="T65" fmla="*/ 176 h 301"/>
                <a:gd name="T66" fmla="*/ 338 w 340"/>
                <a:gd name="T67" fmla="*/ 149 h 301"/>
                <a:gd name="T68" fmla="*/ 334 w 340"/>
                <a:gd name="T69" fmla="*/ 122 h 301"/>
                <a:gd name="T70" fmla="*/ 328 w 340"/>
                <a:gd name="T71" fmla="*/ 97 h 301"/>
                <a:gd name="T72" fmla="*/ 317 w 340"/>
                <a:gd name="T73" fmla="*/ 74 h 301"/>
                <a:gd name="T74" fmla="*/ 305 w 340"/>
                <a:gd name="T75" fmla="*/ 54 h 301"/>
                <a:gd name="T76" fmla="*/ 290 w 340"/>
                <a:gd name="T77" fmla="*/ 33 h 301"/>
                <a:gd name="T78" fmla="*/ 274 w 340"/>
                <a:gd name="T79" fmla="*/ 15 h 301"/>
                <a:gd name="T80" fmla="*/ 255 w 340"/>
                <a:gd name="T81" fmla="*/ 0 h 301"/>
                <a:gd name="T82" fmla="*/ 255 w 340"/>
                <a:gd name="T8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01">
                  <a:moveTo>
                    <a:pt x="255" y="0"/>
                  </a:moveTo>
                  <a:lnTo>
                    <a:pt x="136" y="99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14" y="31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24" y="70"/>
                  </a:lnTo>
                  <a:lnTo>
                    <a:pt x="47" y="95"/>
                  </a:lnTo>
                  <a:lnTo>
                    <a:pt x="68" y="122"/>
                  </a:lnTo>
                  <a:lnTo>
                    <a:pt x="84" y="149"/>
                  </a:lnTo>
                  <a:lnTo>
                    <a:pt x="99" y="180"/>
                  </a:lnTo>
                  <a:lnTo>
                    <a:pt x="109" y="213"/>
                  </a:lnTo>
                  <a:lnTo>
                    <a:pt x="115" y="248"/>
                  </a:lnTo>
                  <a:lnTo>
                    <a:pt x="117" y="283"/>
                  </a:lnTo>
                  <a:lnTo>
                    <a:pt x="117" y="283"/>
                  </a:lnTo>
                  <a:lnTo>
                    <a:pt x="115" y="301"/>
                  </a:lnTo>
                  <a:lnTo>
                    <a:pt x="115" y="301"/>
                  </a:lnTo>
                  <a:lnTo>
                    <a:pt x="136" y="301"/>
                  </a:lnTo>
                  <a:lnTo>
                    <a:pt x="136" y="301"/>
                  </a:lnTo>
                  <a:lnTo>
                    <a:pt x="167" y="299"/>
                  </a:lnTo>
                  <a:lnTo>
                    <a:pt x="200" y="293"/>
                  </a:lnTo>
                  <a:lnTo>
                    <a:pt x="233" y="285"/>
                  </a:lnTo>
                  <a:lnTo>
                    <a:pt x="266" y="270"/>
                  </a:lnTo>
                  <a:lnTo>
                    <a:pt x="282" y="262"/>
                  </a:lnTo>
                  <a:lnTo>
                    <a:pt x="295" y="252"/>
                  </a:lnTo>
                  <a:lnTo>
                    <a:pt x="307" y="242"/>
                  </a:lnTo>
                  <a:lnTo>
                    <a:pt x="319" y="229"/>
                  </a:lnTo>
                  <a:lnTo>
                    <a:pt x="328" y="217"/>
                  </a:lnTo>
                  <a:lnTo>
                    <a:pt x="334" y="204"/>
                  </a:lnTo>
                  <a:lnTo>
                    <a:pt x="338" y="190"/>
                  </a:lnTo>
                  <a:lnTo>
                    <a:pt x="340" y="176"/>
                  </a:lnTo>
                  <a:lnTo>
                    <a:pt x="340" y="176"/>
                  </a:lnTo>
                  <a:lnTo>
                    <a:pt x="338" y="149"/>
                  </a:lnTo>
                  <a:lnTo>
                    <a:pt x="334" y="122"/>
                  </a:lnTo>
                  <a:lnTo>
                    <a:pt x="328" y="97"/>
                  </a:lnTo>
                  <a:lnTo>
                    <a:pt x="317" y="74"/>
                  </a:lnTo>
                  <a:lnTo>
                    <a:pt x="305" y="54"/>
                  </a:lnTo>
                  <a:lnTo>
                    <a:pt x="290" y="33"/>
                  </a:lnTo>
                  <a:lnTo>
                    <a:pt x="274" y="15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19" name="图形"/>
            <p:cNvSpPr/>
            <p:nvPr>
              <p:custDataLst>
                <p:tags r:id="rId7"/>
              </p:custDataLst>
            </p:nvPr>
          </p:nvSpPr>
          <p:spPr bwMode="auto">
            <a:xfrm>
              <a:off x="3773488" y="4071938"/>
              <a:ext cx="441325" cy="450850"/>
            </a:xfrm>
            <a:custGeom>
              <a:avLst/>
              <a:gdLst>
                <a:gd name="T0" fmla="*/ 49 w 278"/>
                <a:gd name="T1" fmla="*/ 225 h 284"/>
                <a:gd name="T2" fmla="*/ 49 w 278"/>
                <a:gd name="T3" fmla="*/ 225 h 284"/>
                <a:gd name="T4" fmla="*/ 49 w 278"/>
                <a:gd name="T5" fmla="*/ 239 h 284"/>
                <a:gd name="T6" fmla="*/ 47 w 278"/>
                <a:gd name="T7" fmla="*/ 255 h 284"/>
                <a:gd name="T8" fmla="*/ 47 w 278"/>
                <a:gd name="T9" fmla="*/ 255 h 284"/>
                <a:gd name="T10" fmla="*/ 66 w 278"/>
                <a:gd name="T11" fmla="*/ 268 h 284"/>
                <a:gd name="T12" fmla="*/ 88 w 278"/>
                <a:gd name="T13" fmla="*/ 276 h 284"/>
                <a:gd name="T14" fmla="*/ 111 w 278"/>
                <a:gd name="T15" fmla="*/ 282 h 284"/>
                <a:gd name="T16" fmla="*/ 134 w 278"/>
                <a:gd name="T17" fmla="*/ 284 h 284"/>
                <a:gd name="T18" fmla="*/ 134 w 278"/>
                <a:gd name="T19" fmla="*/ 284 h 284"/>
                <a:gd name="T20" fmla="*/ 148 w 278"/>
                <a:gd name="T21" fmla="*/ 284 h 284"/>
                <a:gd name="T22" fmla="*/ 163 w 278"/>
                <a:gd name="T23" fmla="*/ 282 h 284"/>
                <a:gd name="T24" fmla="*/ 177 w 278"/>
                <a:gd name="T25" fmla="*/ 278 h 284"/>
                <a:gd name="T26" fmla="*/ 189 w 278"/>
                <a:gd name="T27" fmla="*/ 274 h 284"/>
                <a:gd name="T28" fmla="*/ 202 w 278"/>
                <a:gd name="T29" fmla="*/ 268 h 284"/>
                <a:gd name="T30" fmla="*/ 214 w 278"/>
                <a:gd name="T31" fmla="*/ 260 h 284"/>
                <a:gd name="T32" fmla="*/ 224 w 278"/>
                <a:gd name="T33" fmla="*/ 251 h 284"/>
                <a:gd name="T34" fmla="*/ 235 w 278"/>
                <a:gd name="T35" fmla="*/ 243 h 284"/>
                <a:gd name="T36" fmla="*/ 245 w 278"/>
                <a:gd name="T37" fmla="*/ 233 h 284"/>
                <a:gd name="T38" fmla="*/ 253 w 278"/>
                <a:gd name="T39" fmla="*/ 222 h 284"/>
                <a:gd name="T40" fmla="*/ 260 w 278"/>
                <a:gd name="T41" fmla="*/ 210 h 284"/>
                <a:gd name="T42" fmla="*/ 266 w 278"/>
                <a:gd name="T43" fmla="*/ 198 h 284"/>
                <a:gd name="T44" fmla="*/ 272 w 278"/>
                <a:gd name="T45" fmla="*/ 185 h 284"/>
                <a:gd name="T46" fmla="*/ 274 w 278"/>
                <a:gd name="T47" fmla="*/ 171 h 284"/>
                <a:gd name="T48" fmla="*/ 276 w 278"/>
                <a:gd name="T49" fmla="*/ 156 h 284"/>
                <a:gd name="T50" fmla="*/ 278 w 278"/>
                <a:gd name="T51" fmla="*/ 142 h 284"/>
                <a:gd name="T52" fmla="*/ 278 w 278"/>
                <a:gd name="T53" fmla="*/ 142 h 284"/>
                <a:gd name="T54" fmla="*/ 276 w 278"/>
                <a:gd name="T55" fmla="*/ 128 h 284"/>
                <a:gd name="T56" fmla="*/ 274 w 278"/>
                <a:gd name="T57" fmla="*/ 113 h 284"/>
                <a:gd name="T58" fmla="*/ 272 w 278"/>
                <a:gd name="T59" fmla="*/ 99 h 284"/>
                <a:gd name="T60" fmla="*/ 266 w 278"/>
                <a:gd name="T61" fmla="*/ 86 h 284"/>
                <a:gd name="T62" fmla="*/ 260 w 278"/>
                <a:gd name="T63" fmla="*/ 74 h 284"/>
                <a:gd name="T64" fmla="*/ 253 w 278"/>
                <a:gd name="T65" fmla="*/ 62 h 284"/>
                <a:gd name="T66" fmla="*/ 245 w 278"/>
                <a:gd name="T67" fmla="*/ 51 h 284"/>
                <a:gd name="T68" fmla="*/ 235 w 278"/>
                <a:gd name="T69" fmla="*/ 41 h 284"/>
                <a:gd name="T70" fmla="*/ 224 w 278"/>
                <a:gd name="T71" fmla="*/ 31 h 284"/>
                <a:gd name="T72" fmla="*/ 214 w 278"/>
                <a:gd name="T73" fmla="*/ 22 h 284"/>
                <a:gd name="T74" fmla="*/ 202 w 278"/>
                <a:gd name="T75" fmla="*/ 16 h 284"/>
                <a:gd name="T76" fmla="*/ 189 w 278"/>
                <a:gd name="T77" fmla="*/ 10 h 284"/>
                <a:gd name="T78" fmla="*/ 177 w 278"/>
                <a:gd name="T79" fmla="*/ 6 h 284"/>
                <a:gd name="T80" fmla="*/ 163 w 278"/>
                <a:gd name="T81" fmla="*/ 2 h 284"/>
                <a:gd name="T82" fmla="*/ 148 w 278"/>
                <a:gd name="T83" fmla="*/ 0 h 284"/>
                <a:gd name="T84" fmla="*/ 134 w 278"/>
                <a:gd name="T85" fmla="*/ 0 h 284"/>
                <a:gd name="T86" fmla="*/ 134 w 278"/>
                <a:gd name="T87" fmla="*/ 0 h 284"/>
                <a:gd name="T88" fmla="*/ 111 w 278"/>
                <a:gd name="T89" fmla="*/ 0 h 284"/>
                <a:gd name="T90" fmla="*/ 90 w 278"/>
                <a:gd name="T91" fmla="*/ 6 h 284"/>
                <a:gd name="T92" fmla="*/ 70 w 278"/>
                <a:gd name="T93" fmla="*/ 14 h 284"/>
                <a:gd name="T94" fmla="*/ 51 w 278"/>
                <a:gd name="T95" fmla="*/ 24 h 284"/>
                <a:gd name="T96" fmla="*/ 35 w 278"/>
                <a:gd name="T97" fmla="*/ 39 h 284"/>
                <a:gd name="T98" fmla="*/ 20 w 278"/>
                <a:gd name="T99" fmla="*/ 55 h 284"/>
                <a:gd name="T100" fmla="*/ 10 w 278"/>
                <a:gd name="T101" fmla="*/ 72 h 284"/>
                <a:gd name="T102" fmla="*/ 0 w 278"/>
                <a:gd name="T103" fmla="*/ 92 h 284"/>
                <a:gd name="T104" fmla="*/ 0 w 278"/>
                <a:gd name="T105" fmla="*/ 92 h 284"/>
                <a:gd name="T106" fmla="*/ 12 w 278"/>
                <a:gd name="T107" fmla="*/ 107 h 284"/>
                <a:gd name="T108" fmla="*/ 20 w 278"/>
                <a:gd name="T109" fmla="*/ 121 h 284"/>
                <a:gd name="T110" fmla="*/ 28 w 278"/>
                <a:gd name="T111" fmla="*/ 136 h 284"/>
                <a:gd name="T112" fmla="*/ 37 w 278"/>
                <a:gd name="T113" fmla="*/ 152 h 284"/>
                <a:gd name="T114" fmla="*/ 43 w 278"/>
                <a:gd name="T115" fmla="*/ 169 h 284"/>
                <a:gd name="T116" fmla="*/ 47 w 278"/>
                <a:gd name="T117" fmla="*/ 187 h 284"/>
                <a:gd name="T118" fmla="*/ 49 w 278"/>
                <a:gd name="T119" fmla="*/ 206 h 284"/>
                <a:gd name="T120" fmla="*/ 49 w 278"/>
                <a:gd name="T121" fmla="*/ 225 h 284"/>
                <a:gd name="T122" fmla="*/ 49 w 278"/>
                <a:gd name="T123" fmla="*/ 22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284">
                  <a:moveTo>
                    <a:pt x="49" y="225"/>
                  </a:moveTo>
                  <a:lnTo>
                    <a:pt x="49" y="225"/>
                  </a:lnTo>
                  <a:lnTo>
                    <a:pt x="49" y="239"/>
                  </a:lnTo>
                  <a:lnTo>
                    <a:pt x="47" y="255"/>
                  </a:lnTo>
                  <a:lnTo>
                    <a:pt x="47" y="255"/>
                  </a:lnTo>
                  <a:lnTo>
                    <a:pt x="66" y="268"/>
                  </a:lnTo>
                  <a:lnTo>
                    <a:pt x="88" y="276"/>
                  </a:lnTo>
                  <a:lnTo>
                    <a:pt x="111" y="282"/>
                  </a:lnTo>
                  <a:lnTo>
                    <a:pt x="134" y="284"/>
                  </a:lnTo>
                  <a:lnTo>
                    <a:pt x="134" y="284"/>
                  </a:lnTo>
                  <a:lnTo>
                    <a:pt x="148" y="284"/>
                  </a:lnTo>
                  <a:lnTo>
                    <a:pt x="163" y="282"/>
                  </a:lnTo>
                  <a:lnTo>
                    <a:pt x="177" y="278"/>
                  </a:lnTo>
                  <a:lnTo>
                    <a:pt x="189" y="274"/>
                  </a:lnTo>
                  <a:lnTo>
                    <a:pt x="202" y="268"/>
                  </a:lnTo>
                  <a:lnTo>
                    <a:pt x="214" y="260"/>
                  </a:lnTo>
                  <a:lnTo>
                    <a:pt x="224" y="251"/>
                  </a:lnTo>
                  <a:lnTo>
                    <a:pt x="235" y="243"/>
                  </a:lnTo>
                  <a:lnTo>
                    <a:pt x="245" y="233"/>
                  </a:lnTo>
                  <a:lnTo>
                    <a:pt x="253" y="222"/>
                  </a:lnTo>
                  <a:lnTo>
                    <a:pt x="260" y="210"/>
                  </a:lnTo>
                  <a:lnTo>
                    <a:pt x="266" y="198"/>
                  </a:lnTo>
                  <a:lnTo>
                    <a:pt x="272" y="185"/>
                  </a:lnTo>
                  <a:lnTo>
                    <a:pt x="274" y="171"/>
                  </a:lnTo>
                  <a:lnTo>
                    <a:pt x="276" y="156"/>
                  </a:lnTo>
                  <a:lnTo>
                    <a:pt x="278" y="142"/>
                  </a:lnTo>
                  <a:lnTo>
                    <a:pt x="278" y="142"/>
                  </a:lnTo>
                  <a:lnTo>
                    <a:pt x="276" y="128"/>
                  </a:lnTo>
                  <a:lnTo>
                    <a:pt x="274" y="113"/>
                  </a:lnTo>
                  <a:lnTo>
                    <a:pt x="272" y="99"/>
                  </a:lnTo>
                  <a:lnTo>
                    <a:pt x="266" y="86"/>
                  </a:lnTo>
                  <a:lnTo>
                    <a:pt x="260" y="74"/>
                  </a:lnTo>
                  <a:lnTo>
                    <a:pt x="253" y="62"/>
                  </a:lnTo>
                  <a:lnTo>
                    <a:pt x="245" y="51"/>
                  </a:lnTo>
                  <a:lnTo>
                    <a:pt x="235" y="41"/>
                  </a:lnTo>
                  <a:lnTo>
                    <a:pt x="224" y="31"/>
                  </a:lnTo>
                  <a:lnTo>
                    <a:pt x="214" y="22"/>
                  </a:lnTo>
                  <a:lnTo>
                    <a:pt x="202" y="16"/>
                  </a:lnTo>
                  <a:lnTo>
                    <a:pt x="189" y="10"/>
                  </a:lnTo>
                  <a:lnTo>
                    <a:pt x="177" y="6"/>
                  </a:lnTo>
                  <a:lnTo>
                    <a:pt x="163" y="2"/>
                  </a:lnTo>
                  <a:lnTo>
                    <a:pt x="148" y="0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11" y="0"/>
                  </a:lnTo>
                  <a:lnTo>
                    <a:pt x="90" y="6"/>
                  </a:lnTo>
                  <a:lnTo>
                    <a:pt x="70" y="14"/>
                  </a:lnTo>
                  <a:lnTo>
                    <a:pt x="51" y="24"/>
                  </a:lnTo>
                  <a:lnTo>
                    <a:pt x="35" y="39"/>
                  </a:lnTo>
                  <a:lnTo>
                    <a:pt x="20" y="55"/>
                  </a:lnTo>
                  <a:lnTo>
                    <a:pt x="10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12" y="107"/>
                  </a:lnTo>
                  <a:lnTo>
                    <a:pt x="20" y="121"/>
                  </a:lnTo>
                  <a:lnTo>
                    <a:pt x="28" y="136"/>
                  </a:lnTo>
                  <a:lnTo>
                    <a:pt x="37" y="152"/>
                  </a:lnTo>
                  <a:lnTo>
                    <a:pt x="43" y="169"/>
                  </a:lnTo>
                  <a:lnTo>
                    <a:pt x="47" y="187"/>
                  </a:lnTo>
                  <a:lnTo>
                    <a:pt x="49" y="206"/>
                  </a:lnTo>
                  <a:lnTo>
                    <a:pt x="49" y="225"/>
                  </a:lnTo>
                  <a:lnTo>
                    <a:pt x="49" y="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0" name="图形"/>
            <p:cNvSpPr/>
            <p:nvPr>
              <p:custDataLst>
                <p:tags r:id="rId8"/>
              </p:custDataLst>
            </p:nvPr>
          </p:nvSpPr>
          <p:spPr bwMode="auto">
            <a:xfrm>
              <a:off x="2751138" y="4562475"/>
              <a:ext cx="542925" cy="477838"/>
            </a:xfrm>
            <a:custGeom>
              <a:avLst/>
              <a:gdLst>
                <a:gd name="T0" fmla="*/ 204 w 342"/>
                <a:gd name="T1" fmla="*/ 301 h 301"/>
                <a:gd name="T2" fmla="*/ 204 w 342"/>
                <a:gd name="T3" fmla="*/ 301 h 301"/>
                <a:gd name="T4" fmla="*/ 225 w 342"/>
                <a:gd name="T5" fmla="*/ 301 h 301"/>
                <a:gd name="T6" fmla="*/ 225 w 342"/>
                <a:gd name="T7" fmla="*/ 301 h 301"/>
                <a:gd name="T8" fmla="*/ 225 w 342"/>
                <a:gd name="T9" fmla="*/ 283 h 301"/>
                <a:gd name="T10" fmla="*/ 225 w 342"/>
                <a:gd name="T11" fmla="*/ 283 h 301"/>
                <a:gd name="T12" fmla="*/ 227 w 342"/>
                <a:gd name="T13" fmla="*/ 248 h 301"/>
                <a:gd name="T14" fmla="*/ 233 w 342"/>
                <a:gd name="T15" fmla="*/ 213 h 301"/>
                <a:gd name="T16" fmla="*/ 243 w 342"/>
                <a:gd name="T17" fmla="*/ 180 h 301"/>
                <a:gd name="T18" fmla="*/ 256 w 342"/>
                <a:gd name="T19" fmla="*/ 149 h 301"/>
                <a:gd name="T20" fmla="*/ 272 w 342"/>
                <a:gd name="T21" fmla="*/ 122 h 301"/>
                <a:gd name="T22" fmla="*/ 293 w 342"/>
                <a:gd name="T23" fmla="*/ 95 h 301"/>
                <a:gd name="T24" fmla="*/ 316 w 342"/>
                <a:gd name="T25" fmla="*/ 70 h 301"/>
                <a:gd name="T26" fmla="*/ 342 w 342"/>
                <a:gd name="T27" fmla="*/ 50 h 301"/>
                <a:gd name="T28" fmla="*/ 342 w 342"/>
                <a:gd name="T29" fmla="*/ 50 h 301"/>
                <a:gd name="T30" fmla="*/ 326 w 342"/>
                <a:gd name="T31" fmla="*/ 31 h 301"/>
                <a:gd name="T32" fmla="*/ 313 w 342"/>
                <a:gd name="T33" fmla="*/ 8 h 301"/>
                <a:gd name="T34" fmla="*/ 204 w 342"/>
                <a:gd name="T35" fmla="*/ 99 h 301"/>
                <a:gd name="T36" fmla="*/ 84 w 342"/>
                <a:gd name="T37" fmla="*/ 0 h 301"/>
                <a:gd name="T38" fmla="*/ 84 w 342"/>
                <a:gd name="T39" fmla="*/ 0 h 301"/>
                <a:gd name="T40" fmla="*/ 66 w 342"/>
                <a:gd name="T41" fmla="*/ 15 h 301"/>
                <a:gd name="T42" fmla="*/ 49 w 342"/>
                <a:gd name="T43" fmla="*/ 33 h 301"/>
                <a:gd name="T44" fmla="*/ 35 w 342"/>
                <a:gd name="T45" fmla="*/ 54 h 301"/>
                <a:gd name="T46" fmla="*/ 23 w 342"/>
                <a:gd name="T47" fmla="*/ 74 h 301"/>
                <a:gd name="T48" fmla="*/ 14 w 342"/>
                <a:gd name="T49" fmla="*/ 97 h 301"/>
                <a:gd name="T50" fmla="*/ 6 w 342"/>
                <a:gd name="T51" fmla="*/ 122 h 301"/>
                <a:gd name="T52" fmla="*/ 2 w 342"/>
                <a:gd name="T53" fmla="*/ 149 h 301"/>
                <a:gd name="T54" fmla="*/ 0 w 342"/>
                <a:gd name="T55" fmla="*/ 176 h 301"/>
                <a:gd name="T56" fmla="*/ 0 w 342"/>
                <a:gd name="T57" fmla="*/ 176 h 301"/>
                <a:gd name="T58" fmla="*/ 2 w 342"/>
                <a:gd name="T59" fmla="*/ 190 h 301"/>
                <a:gd name="T60" fmla="*/ 6 w 342"/>
                <a:gd name="T61" fmla="*/ 204 h 301"/>
                <a:gd name="T62" fmla="*/ 12 w 342"/>
                <a:gd name="T63" fmla="*/ 217 h 301"/>
                <a:gd name="T64" fmla="*/ 23 w 342"/>
                <a:gd name="T65" fmla="*/ 229 h 301"/>
                <a:gd name="T66" fmla="*/ 33 w 342"/>
                <a:gd name="T67" fmla="*/ 242 h 301"/>
                <a:gd name="T68" fmla="*/ 45 w 342"/>
                <a:gd name="T69" fmla="*/ 252 h 301"/>
                <a:gd name="T70" fmla="*/ 60 w 342"/>
                <a:gd name="T71" fmla="*/ 262 h 301"/>
                <a:gd name="T72" fmla="*/ 74 w 342"/>
                <a:gd name="T73" fmla="*/ 270 h 301"/>
                <a:gd name="T74" fmla="*/ 107 w 342"/>
                <a:gd name="T75" fmla="*/ 285 h 301"/>
                <a:gd name="T76" fmla="*/ 140 w 342"/>
                <a:gd name="T77" fmla="*/ 293 h 301"/>
                <a:gd name="T78" fmla="*/ 173 w 342"/>
                <a:gd name="T79" fmla="*/ 299 h 301"/>
                <a:gd name="T80" fmla="*/ 204 w 342"/>
                <a:gd name="T81" fmla="*/ 301 h 301"/>
                <a:gd name="T82" fmla="*/ 204 w 342"/>
                <a:gd name="T8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2" h="301">
                  <a:moveTo>
                    <a:pt x="204" y="301"/>
                  </a:moveTo>
                  <a:lnTo>
                    <a:pt x="204" y="301"/>
                  </a:lnTo>
                  <a:lnTo>
                    <a:pt x="225" y="301"/>
                  </a:lnTo>
                  <a:lnTo>
                    <a:pt x="225" y="301"/>
                  </a:lnTo>
                  <a:lnTo>
                    <a:pt x="225" y="283"/>
                  </a:lnTo>
                  <a:lnTo>
                    <a:pt x="225" y="283"/>
                  </a:lnTo>
                  <a:lnTo>
                    <a:pt x="227" y="248"/>
                  </a:lnTo>
                  <a:lnTo>
                    <a:pt x="233" y="213"/>
                  </a:lnTo>
                  <a:lnTo>
                    <a:pt x="243" y="180"/>
                  </a:lnTo>
                  <a:lnTo>
                    <a:pt x="256" y="149"/>
                  </a:lnTo>
                  <a:lnTo>
                    <a:pt x="272" y="122"/>
                  </a:lnTo>
                  <a:lnTo>
                    <a:pt x="293" y="95"/>
                  </a:lnTo>
                  <a:lnTo>
                    <a:pt x="316" y="7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26" y="31"/>
                  </a:lnTo>
                  <a:lnTo>
                    <a:pt x="313" y="8"/>
                  </a:lnTo>
                  <a:lnTo>
                    <a:pt x="204" y="9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6" y="15"/>
                  </a:lnTo>
                  <a:lnTo>
                    <a:pt x="49" y="33"/>
                  </a:lnTo>
                  <a:lnTo>
                    <a:pt x="35" y="54"/>
                  </a:lnTo>
                  <a:lnTo>
                    <a:pt x="23" y="74"/>
                  </a:lnTo>
                  <a:lnTo>
                    <a:pt x="14" y="97"/>
                  </a:lnTo>
                  <a:lnTo>
                    <a:pt x="6" y="122"/>
                  </a:lnTo>
                  <a:lnTo>
                    <a:pt x="2" y="149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0"/>
                  </a:lnTo>
                  <a:lnTo>
                    <a:pt x="6" y="204"/>
                  </a:lnTo>
                  <a:lnTo>
                    <a:pt x="12" y="217"/>
                  </a:lnTo>
                  <a:lnTo>
                    <a:pt x="23" y="229"/>
                  </a:lnTo>
                  <a:lnTo>
                    <a:pt x="33" y="242"/>
                  </a:lnTo>
                  <a:lnTo>
                    <a:pt x="45" y="252"/>
                  </a:lnTo>
                  <a:lnTo>
                    <a:pt x="60" y="262"/>
                  </a:lnTo>
                  <a:lnTo>
                    <a:pt x="74" y="270"/>
                  </a:lnTo>
                  <a:lnTo>
                    <a:pt x="107" y="285"/>
                  </a:lnTo>
                  <a:lnTo>
                    <a:pt x="140" y="293"/>
                  </a:lnTo>
                  <a:lnTo>
                    <a:pt x="173" y="299"/>
                  </a:lnTo>
                  <a:lnTo>
                    <a:pt x="204" y="301"/>
                  </a:lnTo>
                  <a:lnTo>
                    <a:pt x="204" y="3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1" name="图形"/>
            <p:cNvSpPr/>
            <p:nvPr>
              <p:custDataLst>
                <p:tags r:id="rId9"/>
              </p:custDataLst>
            </p:nvPr>
          </p:nvSpPr>
          <p:spPr bwMode="auto">
            <a:xfrm>
              <a:off x="2849563" y="4071938"/>
              <a:ext cx="438150" cy="450850"/>
            </a:xfrm>
            <a:custGeom>
              <a:avLst/>
              <a:gdLst>
                <a:gd name="T0" fmla="*/ 142 w 276"/>
                <a:gd name="T1" fmla="*/ 284 h 284"/>
                <a:gd name="T2" fmla="*/ 142 w 276"/>
                <a:gd name="T3" fmla="*/ 284 h 284"/>
                <a:gd name="T4" fmla="*/ 167 w 276"/>
                <a:gd name="T5" fmla="*/ 282 h 284"/>
                <a:gd name="T6" fmla="*/ 190 w 276"/>
                <a:gd name="T7" fmla="*/ 276 h 284"/>
                <a:gd name="T8" fmla="*/ 210 w 276"/>
                <a:gd name="T9" fmla="*/ 268 h 284"/>
                <a:gd name="T10" fmla="*/ 229 w 276"/>
                <a:gd name="T11" fmla="*/ 255 h 284"/>
                <a:gd name="T12" fmla="*/ 229 w 276"/>
                <a:gd name="T13" fmla="*/ 255 h 284"/>
                <a:gd name="T14" fmla="*/ 229 w 276"/>
                <a:gd name="T15" fmla="*/ 239 h 284"/>
                <a:gd name="T16" fmla="*/ 227 w 276"/>
                <a:gd name="T17" fmla="*/ 225 h 284"/>
                <a:gd name="T18" fmla="*/ 227 w 276"/>
                <a:gd name="T19" fmla="*/ 225 h 284"/>
                <a:gd name="T20" fmla="*/ 229 w 276"/>
                <a:gd name="T21" fmla="*/ 206 h 284"/>
                <a:gd name="T22" fmla="*/ 231 w 276"/>
                <a:gd name="T23" fmla="*/ 187 h 284"/>
                <a:gd name="T24" fmla="*/ 235 w 276"/>
                <a:gd name="T25" fmla="*/ 169 h 284"/>
                <a:gd name="T26" fmla="*/ 241 w 276"/>
                <a:gd name="T27" fmla="*/ 152 h 284"/>
                <a:gd name="T28" fmla="*/ 247 w 276"/>
                <a:gd name="T29" fmla="*/ 136 h 284"/>
                <a:gd name="T30" fmla="*/ 256 w 276"/>
                <a:gd name="T31" fmla="*/ 121 h 284"/>
                <a:gd name="T32" fmla="*/ 266 w 276"/>
                <a:gd name="T33" fmla="*/ 107 h 284"/>
                <a:gd name="T34" fmla="*/ 276 w 276"/>
                <a:gd name="T35" fmla="*/ 92 h 284"/>
                <a:gd name="T36" fmla="*/ 276 w 276"/>
                <a:gd name="T37" fmla="*/ 92 h 284"/>
                <a:gd name="T38" fmla="*/ 268 w 276"/>
                <a:gd name="T39" fmla="*/ 72 h 284"/>
                <a:gd name="T40" fmla="*/ 256 w 276"/>
                <a:gd name="T41" fmla="*/ 55 h 284"/>
                <a:gd name="T42" fmla="*/ 241 w 276"/>
                <a:gd name="T43" fmla="*/ 39 h 284"/>
                <a:gd name="T44" fmla="*/ 225 w 276"/>
                <a:gd name="T45" fmla="*/ 24 h 284"/>
                <a:gd name="T46" fmla="*/ 206 w 276"/>
                <a:gd name="T47" fmla="*/ 14 h 284"/>
                <a:gd name="T48" fmla="*/ 185 w 276"/>
                <a:gd name="T49" fmla="*/ 6 h 284"/>
                <a:gd name="T50" fmla="*/ 165 w 276"/>
                <a:gd name="T51" fmla="*/ 0 h 284"/>
                <a:gd name="T52" fmla="*/ 142 w 276"/>
                <a:gd name="T53" fmla="*/ 0 h 284"/>
                <a:gd name="T54" fmla="*/ 142 w 276"/>
                <a:gd name="T55" fmla="*/ 0 h 284"/>
                <a:gd name="T56" fmla="*/ 128 w 276"/>
                <a:gd name="T57" fmla="*/ 0 h 284"/>
                <a:gd name="T58" fmla="*/ 113 w 276"/>
                <a:gd name="T59" fmla="*/ 2 h 284"/>
                <a:gd name="T60" fmla="*/ 99 w 276"/>
                <a:gd name="T61" fmla="*/ 6 h 284"/>
                <a:gd name="T62" fmla="*/ 86 w 276"/>
                <a:gd name="T63" fmla="*/ 10 h 284"/>
                <a:gd name="T64" fmla="*/ 74 w 276"/>
                <a:gd name="T65" fmla="*/ 16 h 284"/>
                <a:gd name="T66" fmla="*/ 62 w 276"/>
                <a:gd name="T67" fmla="*/ 22 h 284"/>
                <a:gd name="T68" fmla="*/ 51 w 276"/>
                <a:gd name="T69" fmla="*/ 31 h 284"/>
                <a:gd name="T70" fmla="*/ 41 w 276"/>
                <a:gd name="T71" fmla="*/ 41 h 284"/>
                <a:gd name="T72" fmla="*/ 31 w 276"/>
                <a:gd name="T73" fmla="*/ 51 h 284"/>
                <a:gd name="T74" fmla="*/ 22 w 276"/>
                <a:gd name="T75" fmla="*/ 62 h 284"/>
                <a:gd name="T76" fmla="*/ 16 w 276"/>
                <a:gd name="T77" fmla="*/ 74 h 284"/>
                <a:gd name="T78" fmla="*/ 10 w 276"/>
                <a:gd name="T79" fmla="*/ 86 h 284"/>
                <a:gd name="T80" fmla="*/ 6 w 276"/>
                <a:gd name="T81" fmla="*/ 99 h 284"/>
                <a:gd name="T82" fmla="*/ 2 w 276"/>
                <a:gd name="T83" fmla="*/ 113 h 284"/>
                <a:gd name="T84" fmla="*/ 0 w 276"/>
                <a:gd name="T85" fmla="*/ 128 h 284"/>
                <a:gd name="T86" fmla="*/ 0 w 276"/>
                <a:gd name="T87" fmla="*/ 142 h 284"/>
                <a:gd name="T88" fmla="*/ 0 w 276"/>
                <a:gd name="T89" fmla="*/ 142 h 284"/>
                <a:gd name="T90" fmla="*/ 0 w 276"/>
                <a:gd name="T91" fmla="*/ 156 h 284"/>
                <a:gd name="T92" fmla="*/ 2 w 276"/>
                <a:gd name="T93" fmla="*/ 171 h 284"/>
                <a:gd name="T94" fmla="*/ 6 w 276"/>
                <a:gd name="T95" fmla="*/ 185 h 284"/>
                <a:gd name="T96" fmla="*/ 10 w 276"/>
                <a:gd name="T97" fmla="*/ 198 h 284"/>
                <a:gd name="T98" fmla="*/ 16 w 276"/>
                <a:gd name="T99" fmla="*/ 210 h 284"/>
                <a:gd name="T100" fmla="*/ 22 w 276"/>
                <a:gd name="T101" fmla="*/ 222 h 284"/>
                <a:gd name="T102" fmla="*/ 31 w 276"/>
                <a:gd name="T103" fmla="*/ 233 h 284"/>
                <a:gd name="T104" fmla="*/ 41 w 276"/>
                <a:gd name="T105" fmla="*/ 243 h 284"/>
                <a:gd name="T106" fmla="*/ 51 w 276"/>
                <a:gd name="T107" fmla="*/ 251 h 284"/>
                <a:gd name="T108" fmla="*/ 62 w 276"/>
                <a:gd name="T109" fmla="*/ 260 h 284"/>
                <a:gd name="T110" fmla="*/ 74 w 276"/>
                <a:gd name="T111" fmla="*/ 268 h 284"/>
                <a:gd name="T112" fmla="*/ 86 w 276"/>
                <a:gd name="T113" fmla="*/ 274 h 284"/>
                <a:gd name="T114" fmla="*/ 99 w 276"/>
                <a:gd name="T115" fmla="*/ 278 h 284"/>
                <a:gd name="T116" fmla="*/ 113 w 276"/>
                <a:gd name="T117" fmla="*/ 282 h 284"/>
                <a:gd name="T118" fmla="*/ 128 w 276"/>
                <a:gd name="T119" fmla="*/ 284 h 284"/>
                <a:gd name="T120" fmla="*/ 142 w 276"/>
                <a:gd name="T121" fmla="*/ 284 h 284"/>
                <a:gd name="T122" fmla="*/ 142 w 276"/>
                <a:gd name="T1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4">
                  <a:moveTo>
                    <a:pt x="142" y="284"/>
                  </a:moveTo>
                  <a:lnTo>
                    <a:pt x="142" y="284"/>
                  </a:lnTo>
                  <a:lnTo>
                    <a:pt x="167" y="282"/>
                  </a:lnTo>
                  <a:lnTo>
                    <a:pt x="190" y="276"/>
                  </a:lnTo>
                  <a:lnTo>
                    <a:pt x="210" y="268"/>
                  </a:lnTo>
                  <a:lnTo>
                    <a:pt x="229" y="255"/>
                  </a:lnTo>
                  <a:lnTo>
                    <a:pt x="229" y="255"/>
                  </a:lnTo>
                  <a:lnTo>
                    <a:pt x="229" y="239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9" y="206"/>
                  </a:lnTo>
                  <a:lnTo>
                    <a:pt x="231" y="187"/>
                  </a:lnTo>
                  <a:lnTo>
                    <a:pt x="235" y="169"/>
                  </a:lnTo>
                  <a:lnTo>
                    <a:pt x="241" y="152"/>
                  </a:lnTo>
                  <a:lnTo>
                    <a:pt x="247" y="136"/>
                  </a:lnTo>
                  <a:lnTo>
                    <a:pt x="256" y="121"/>
                  </a:lnTo>
                  <a:lnTo>
                    <a:pt x="266" y="107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68" y="72"/>
                  </a:lnTo>
                  <a:lnTo>
                    <a:pt x="256" y="55"/>
                  </a:lnTo>
                  <a:lnTo>
                    <a:pt x="241" y="39"/>
                  </a:lnTo>
                  <a:lnTo>
                    <a:pt x="225" y="24"/>
                  </a:lnTo>
                  <a:lnTo>
                    <a:pt x="206" y="14"/>
                  </a:lnTo>
                  <a:lnTo>
                    <a:pt x="185" y="6"/>
                  </a:lnTo>
                  <a:lnTo>
                    <a:pt x="165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6"/>
                  </a:lnTo>
                  <a:lnTo>
                    <a:pt x="62" y="22"/>
                  </a:lnTo>
                  <a:lnTo>
                    <a:pt x="51" y="31"/>
                  </a:lnTo>
                  <a:lnTo>
                    <a:pt x="41" y="41"/>
                  </a:lnTo>
                  <a:lnTo>
                    <a:pt x="31" y="51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0" y="86"/>
                  </a:lnTo>
                  <a:lnTo>
                    <a:pt x="6" y="99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2" y="171"/>
                  </a:lnTo>
                  <a:lnTo>
                    <a:pt x="6" y="185"/>
                  </a:lnTo>
                  <a:lnTo>
                    <a:pt x="10" y="198"/>
                  </a:lnTo>
                  <a:lnTo>
                    <a:pt x="16" y="210"/>
                  </a:lnTo>
                  <a:lnTo>
                    <a:pt x="22" y="222"/>
                  </a:lnTo>
                  <a:lnTo>
                    <a:pt x="31" y="233"/>
                  </a:lnTo>
                  <a:lnTo>
                    <a:pt x="41" y="243"/>
                  </a:lnTo>
                  <a:lnTo>
                    <a:pt x="51" y="251"/>
                  </a:lnTo>
                  <a:lnTo>
                    <a:pt x="62" y="260"/>
                  </a:lnTo>
                  <a:lnTo>
                    <a:pt x="74" y="268"/>
                  </a:lnTo>
                  <a:lnTo>
                    <a:pt x="86" y="274"/>
                  </a:lnTo>
                  <a:lnTo>
                    <a:pt x="99" y="278"/>
                  </a:lnTo>
                  <a:lnTo>
                    <a:pt x="113" y="282"/>
                  </a:lnTo>
                  <a:lnTo>
                    <a:pt x="128" y="284"/>
                  </a:lnTo>
                  <a:lnTo>
                    <a:pt x="142" y="284"/>
                  </a:lnTo>
                  <a:lnTo>
                    <a:pt x="142" y="2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2" name="图形"/>
            <p:cNvSpPr/>
            <p:nvPr>
              <p:custDataLst>
                <p:tags r:id="rId10"/>
              </p:custDataLst>
            </p:nvPr>
          </p:nvSpPr>
          <p:spPr bwMode="auto">
            <a:xfrm>
              <a:off x="3182938" y="4710113"/>
              <a:ext cx="698500" cy="520700"/>
            </a:xfrm>
            <a:custGeom>
              <a:avLst/>
              <a:gdLst>
                <a:gd name="T0" fmla="*/ 440 w 440"/>
                <a:gd name="T1" fmla="*/ 190 h 328"/>
                <a:gd name="T2" fmla="*/ 440 w 440"/>
                <a:gd name="T3" fmla="*/ 190 h 328"/>
                <a:gd name="T4" fmla="*/ 438 w 440"/>
                <a:gd name="T5" fmla="*/ 161 h 328"/>
                <a:gd name="T6" fmla="*/ 431 w 440"/>
                <a:gd name="T7" fmla="*/ 134 h 328"/>
                <a:gd name="T8" fmla="*/ 425 w 440"/>
                <a:gd name="T9" fmla="*/ 107 h 328"/>
                <a:gd name="T10" fmla="*/ 413 w 440"/>
                <a:gd name="T11" fmla="*/ 83 h 328"/>
                <a:gd name="T12" fmla="*/ 400 w 440"/>
                <a:gd name="T13" fmla="*/ 58 h 328"/>
                <a:gd name="T14" fmla="*/ 384 w 440"/>
                <a:gd name="T15" fmla="*/ 37 h 328"/>
                <a:gd name="T16" fmla="*/ 365 w 440"/>
                <a:gd name="T17" fmla="*/ 16 h 328"/>
                <a:gd name="T18" fmla="*/ 347 w 440"/>
                <a:gd name="T19" fmla="*/ 0 h 328"/>
                <a:gd name="T20" fmla="*/ 219 w 440"/>
                <a:gd name="T21" fmla="*/ 105 h 328"/>
                <a:gd name="T22" fmla="*/ 93 w 440"/>
                <a:gd name="T23" fmla="*/ 0 h 328"/>
                <a:gd name="T24" fmla="*/ 93 w 440"/>
                <a:gd name="T25" fmla="*/ 0 h 328"/>
                <a:gd name="T26" fmla="*/ 72 w 440"/>
                <a:gd name="T27" fmla="*/ 16 h 328"/>
                <a:gd name="T28" fmla="*/ 54 w 440"/>
                <a:gd name="T29" fmla="*/ 37 h 328"/>
                <a:gd name="T30" fmla="*/ 39 w 440"/>
                <a:gd name="T31" fmla="*/ 58 h 328"/>
                <a:gd name="T32" fmla="*/ 25 w 440"/>
                <a:gd name="T33" fmla="*/ 83 h 328"/>
                <a:gd name="T34" fmla="*/ 15 w 440"/>
                <a:gd name="T35" fmla="*/ 107 h 328"/>
                <a:gd name="T36" fmla="*/ 6 w 440"/>
                <a:gd name="T37" fmla="*/ 134 h 328"/>
                <a:gd name="T38" fmla="*/ 2 w 440"/>
                <a:gd name="T39" fmla="*/ 161 h 328"/>
                <a:gd name="T40" fmla="*/ 0 w 440"/>
                <a:gd name="T41" fmla="*/ 190 h 328"/>
                <a:gd name="T42" fmla="*/ 0 w 440"/>
                <a:gd name="T43" fmla="*/ 190 h 328"/>
                <a:gd name="T44" fmla="*/ 0 w 440"/>
                <a:gd name="T45" fmla="*/ 206 h 328"/>
                <a:gd name="T46" fmla="*/ 6 w 440"/>
                <a:gd name="T47" fmla="*/ 223 h 328"/>
                <a:gd name="T48" fmla="*/ 13 w 440"/>
                <a:gd name="T49" fmla="*/ 237 h 328"/>
                <a:gd name="T50" fmla="*/ 23 w 440"/>
                <a:gd name="T51" fmla="*/ 250 h 328"/>
                <a:gd name="T52" fmla="*/ 35 w 440"/>
                <a:gd name="T53" fmla="*/ 262 h 328"/>
                <a:gd name="T54" fmla="*/ 48 w 440"/>
                <a:gd name="T55" fmla="*/ 274 h 328"/>
                <a:gd name="T56" fmla="*/ 64 w 440"/>
                <a:gd name="T57" fmla="*/ 285 h 328"/>
                <a:gd name="T58" fmla="*/ 79 w 440"/>
                <a:gd name="T59" fmla="*/ 293 h 328"/>
                <a:gd name="T60" fmla="*/ 97 w 440"/>
                <a:gd name="T61" fmla="*/ 301 h 328"/>
                <a:gd name="T62" fmla="*/ 116 w 440"/>
                <a:gd name="T63" fmla="*/ 309 h 328"/>
                <a:gd name="T64" fmla="*/ 151 w 440"/>
                <a:gd name="T65" fmla="*/ 320 h 328"/>
                <a:gd name="T66" fmla="*/ 188 w 440"/>
                <a:gd name="T67" fmla="*/ 326 h 328"/>
                <a:gd name="T68" fmla="*/ 219 w 440"/>
                <a:gd name="T69" fmla="*/ 328 h 328"/>
                <a:gd name="T70" fmla="*/ 219 w 440"/>
                <a:gd name="T71" fmla="*/ 328 h 328"/>
                <a:gd name="T72" fmla="*/ 252 w 440"/>
                <a:gd name="T73" fmla="*/ 326 h 328"/>
                <a:gd name="T74" fmla="*/ 287 w 440"/>
                <a:gd name="T75" fmla="*/ 320 h 328"/>
                <a:gd name="T76" fmla="*/ 324 w 440"/>
                <a:gd name="T77" fmla="*/ 309 h 328"/>
                <a:gd name="T78" fmla="*/ 343 w 440"/>
                <a:gd name="T79" fmla="*/ 301 h 328"/>
                <a:gd name="T80" fmla="*/ 359 w 440"/>
                <a:gd name="T81" fmla="*/ 293 h 328"/>
                <a:gd name="T82" fmla="*/ 376 w 440"/>
                <a:gd name="T83" fmla="*/ 285 h 328"/>
                <a:gd name="T84" fmla="*/ 390 w 440"/>
                <a:gd name="T85" fmla="*/ 274 h 328"/>
                <a:gd name="T86" fmla="*/ 405 w 440"/>
                <a:gd name="T87" fmla="*/ 262 h 328"/>
                <a:gd name="T88" fmla="*/ 415 w 440"/>
                <a:gd name="T89" fmla="*/ 250 h 328"/>
                <a:gd name="T90" fmla="*/ 425 w 440"/>
                <a:gd name="T91" fmla="*/ 237 h 328"/>
                <a:gd name="T92" fmla="*/ 433 w 440"/>
                <a:gd name="T93" fmla="*/ 223 h 328"/>
                <a:gd name="T94" fmla="*/ 438 w 440"/>
                <a:gd name="T95" fmla="*/ 206 h 328"/>
                <a:gd name="T96" fmla="*/ 440 w 440"/>
                <a:gd name="T97" fmla="*/ 190 h 328"/>
                <a:gd name="T98" fmla="*/ 440 w 440"/>
                <a:gd name="T99" fmla="*/ 19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40" h="328">
                  <a:moveTo>
                    <a:pt x="440" y="190"/>
                  </a:moveTo>
                  <a:lnTo>
                    <a:pt x="440" y="190"/>
                  </a:lnTo>
                  <a:lnTo>
                    <a:pt x="438" y="161"/>
                  </a:lnTo>
                  <a:lnTo>
                    <a:pt x="431" y="134"/>
                  </a:lnTo>
                  <a:lnTo>
                    <a:pt x="425" y="107"/>
                  </a:lnTo>
                  <a:lnTo>
                    <a:pt x="413" y="83"/>
                  </a:lnTo>
                  <a:lnTo>
                    <a:pt x="400" y="58"/>
                  </a:lnTo>
                  <a:lnTo>
                    <a:pt x="384" y="37"/>
                  </a:lnTo>
                  <a:lnTo>
                    <a:pt x="365" y="16"/>
                  </a:lnTo>
                  <a:lnTo>
                    <a:pt x="347" y="0"/>
                  </a:lnTo>
                  <a:lnTo>
                    <a:pt x="219" y="105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72" y="16"/>
                  </a:lnTo>
                  <a:lnTo>
                    <a:pt x="54" y="37"/>
                  </a:lnTo>
                  <a:lnTo>
                    <a:pt x="39" y="58"/>
                  </a:lnTo>
                  <a:lnTo>
                    <a:pt x="25" y="83"/>
                  </a:lnTo>
                  <a:lnTo>
                    <a:pt x="15" y="107"/>
                  </a:lnTo>
                  <a:lnTo>
                    <a:pt x="6" y="134"/>
                  </a:lnTo>
                  <a:lnTo>
                    <a:pt x="2" y="161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206"/>
                  </a:lnTo>
                  <a:lnTo>
                    <a:pt x="6" y="223"/>
                  </a:lnTo>
                  <a:lnTo>
                    <a:pt x="13" y="237"/>
                  </a:lnTo>
                  <a:lnTo>
                    <a:pt x="23" y="250"/>
                  </a:lnTo>
                  <a:lnTo>
                    <a:pt x="35" y="262"/>
                  </a:lnTo>
                  <a:lnTo>
                    <a:pt x="48" y="274"/>
                  </a:lnTo>
                  <a:lnTo>
                    <a:pt x="64" y="285"/>
                  </a:lnTo>
                  <a:lnTo>
                    <a:pt x="79" y="293"/>
                  </a:lnTo>
                  <a:lnTo>
                    <a:pt x="97" y="301"/>
                  </a:lnTo>
                  <a:lnTo>
                    <a:pt x="116" y="309"/>
                  </a:lnTo>
                  <a:lnTo>
                    <a:pt x="151" y="320"/>
                  </a:lnTo>
                  <a:lnTo>
                    <a:pt x="188" y="326"/>
                  </a:lnTo>
                  <a:lnTo>
                    <a:pt x="219" y="328"/>
                  </a:lnTo>
                  <a:lnTo>
                    <a:pt x="219" y="328"/>
                  </a:lnTo>
                  <a:lnTo>
                    <a:pt x="252" y="326"/>
                  </a:lnTo>
                  <a:lnTo>
                    <a:pt x="287" y="320"/>
                  </a:lnTo>
                  <a:lnTo>
                    <a:pt x="324" y="309"/>
                  </a:lnTo>
                  <a:lnTo>
                    <a:pt x="343" y="301"/>
                  </a:lnTo>
                  <a:lnTo>
                    <a:pt x="359" y="293"/>
                  </a:lnTo>
                  <a:lnTo>
                    <a:pt x="376" y="285"/>
                  </a:lnTo>
                  <a:lnTo>
                    <a:pt x="390" y="274"/>
                  </a:lnTo>
                  <a:lnTo>
                    <a:pt x="405" y="262"/>
                  </a:lnTo>
                  <a:lnTo>
                    <a:pt x="415" y="250"/>
                  </a:lnTo>
                  <a:lnTo>
                    <a:pt x="425" y="237"/>
                  </a:lnTo>
                  <a:lnTo>
                    <a:pt x="433" y="223"/>
                  </a:lnTo>
                  <a:lnTo>
                    <a:pt x="438" y="206"/>
                  </a:lnTo>
                  <a:lnTo>
                    <a:pt x="440" y="190"/>
                  </a:lnTo>
                  <a:lnTo>
                    <a:pt x="440" y="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3" name="图形"/>
            <p:cNvSpPr/>
            <p:nvPr>
              <p:custDataLst>
                <p:tags r:id="rId11"/>
              </p:custDataLst>
            </p:nvPr>
          </p:nvSpPr>
          <p:spPr bwMode="auto">
            <a:xfrm>
              <a:off x="3284538" y="4183063"/>
              <a:ext cx="492125" cy="487363"/>
            </a:xfrm>
            <a:custGeom>
              <a:avLst/>
              <a:gdLst>
                <a:gd name="T0" fmla="*/ 155 w 310"/>
                <a:gd name="T1" fmla="*/ 0 h 307"/>
                <a:gd name="T2" fmla="*/ 124 w 310"/>
                <a:gd name="T3" fmla="*/ 2 h 307"/>
                <a:gd name="T4" fmla="*/ 95 w 310"/>
                <a:gd name="T5" fmla="*/ 12 h 307"/>
                <a:gd name="T6" fmla="*/ 68 w 310"/>
                <a:gd name="T7" fmla="*/ 27 h 307"/>
                <a:gd name="T8" fmla="*/ 46 w 310"/>
                <a:gd name="T9" fmla="*/ 45 h 307"/>
                <a:gd name="T10" fmla="*/ 27 w 310"/>
                <a:gd name="T11" fmla="*/ 68 h 307"/>
                <a:gd name="T12" fmla="*/ 13 w 310"/>
                <a:gd name="T13" fmla="*/ 95 h 307"/>
                <a:gd name="T14" fmla="*/ 4 w 310"/>
                <a:gd name="T15" fmla="*/ 124 h 307"/>
                <a:gd name="T16" fmla="*/ 0 w 310"/>
                <a:gd name="T17" fmla="*/ 155 h 307"/>
                <a:gd name="T18" fmla="*/ 2 w 310"/>
                <a:gd name="T19" fmla="*/ 169 h 307"/>
                <a:gd name="T20" fmla="*/ 8 w 310"/>
                <a:gd name="T21" fmla="*/ 200 h 307"/>
                <a:gd name="T22" fmla="*/ 19 w 310"/>
                <a:gd name="T23" fmla="*/ 227 h 307"/>
                <a:gd name="T24" fmla="*/ 35 w 310"/>
                <a:gd name="T25" fmla="*/ 252 h 307"/>
                <a:gd name="T26" fmla="*/ 58 w 310"/>
                <a:gd name="T27" fmla="*/ 272 h 307"/>
                <a:gd name="T28" fmla="*/ 83 w 310"/>
                <a:gd name="T29" fmla="*/ 289 h 307"/>
                <a:gd name="T30" fmla="*/ 109 w 310"/>
                <a:gd name="T31" fmla="*/ 301 h 307"/>
                <a:gd name="T32" fmla="*/ 140 w 310"/>
                <a:gd name="T33" fmla="*/ 307 h 307"/>
                <a:gd name="T34" fmla="*/ 155 w 310"/>
                <a:gd name="T35" fmla="*/ 307 h 307"/>
                <a:gd name="T36" fmla="*/ 186 w 310"/>
                <a:gd name="T37" fmla="*/ 305 h 307"/>
                <a:gd name="T38" fmla="*/ 215 w 310"/>
                <a:gd name="T39" fmla="*/ 297 h 307"/>
                <a:gd name="T40" fmla="*/ 242 w 310"/>
                <a:gd name="T41" fmla="*/ 282 h 307"/>
                <a:gd name="T42" fmla="*/ 264 w 310"/>
                <a:gd name="T43" fmla="*/ 264 h 307"/>
                <a:gd name="T44" fmla="*/ 283 w 310"/>
                <a:gd name="T45" fmla="*/ 241 h 307"/>
                <a:gd name="T46" fmla="*/ 297 w 310"/>
                <a:gd name="T47" fmla="*/ 214 h 307"/>
                <a:gd name="T48" fmla="*/ 306 w 310"/>
                <a:gd name="T49" fmla="*/ 185 h 307"/>
                <a:gd name="T50" fmla="*/ 310 w 310"/>
                <a:gd name="T51" fmla="*/ 155 h 307"/>
                <a:gd name="T52" fmla="*/ 310 w 310"/>
                <a:gd name="T53" fmla="*/ 138 h 307"/>
                <a:gd name="T54" fmla="*/ 303 w 310"/>
                <a:gd name="T55" fmla="*/ 107 h 307"/>
                <a:gd name="T56" fmla="*/ 291 w 310"/>
                <a:gd name="T57" fmla="*/ 80 h 307"/>
                <a:gd name="T58" fmla="*/ 275 w 310"/>
                <a:gd name="T59" fmla="*/ 56 h 307"/>
                <a:gd name="T60" fmla="*/ 254 w 310"/>
                <a:gd name="T61" fmla="*/ 35 h 307"/>
                <a:gd name="T62" fmla="*/ 229 w 310"/>
                <a:gd name="T63" fmla="*/ 18 h 307"/>
                <a:gd name="T64" fmla="*/ 200 w 310"/>
                <a:gd name="T65" fmla="*/ 6 h 307"/>
                <a:gd name="T66" fmla="*/ 171 w 310"/>
                <a:gd name="T67" fmla="*/ 0 h 307"/>
                <a:gd name="T68" fmla="*/ 155 w 310"/>
                <a:gd name="T6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307">
                  <a:moveTo>
                    <a:pt x="155" y="0"/>
                  </a:moveTo>
                  <a:lnTo>
                    <a:pt x="155" y="0"/>
                  </a:lnTo>
                  <a:lnTo>
                    <a:pt x="140" y="0"/>
                  </a:lnTo>
                  <a:lnTo>
                    <a:pt x="124" y="2"/>
                  </a:lnTo>
                  <a:lnTo>
                    <a:pt x="109" y="6"/>
                  </a:lnTo>
                  <a:lnTo>
                    <a:pt x="95" y="12"/>
                  </a:lnTo>
                  <a:lnTo>
                    <a:pt x="83" y="18"/>
                  </a:lnTo>
                  <a:lnTo>
                    <a:pt x="68" y="27"/>
                  </a:lnTo>
                  <a:lnTo>
                    <a:pt x="58" y="35"/>
                  </a:lnTo>
                  <a:lnTo>
                    <a:pt x="46" y="45"/>
                  </a:lnTo>
                  <a:lnTo>
                    <a:pt x="35" y="56"/>
                  </a:lnTo>
                  <a:lnTo>
                    <a:pt x="27" y="68"/>
                  </a:lnTo>
                  <a:lnTo>
                    <a:pt x="19" y="80"/>
                  </a:lnTo>
                  <a:lnTo>
                    <a:pt x="13" y="95"/>
                  </a:lnTo>
                  <a:lnTo>
                    <a:pt x="8" y="107"/>
                  </a:lnTo>
                  <a:lnTo>
                    <a:pt x="4" y="124"/>
                  </a:lnTo>
                  <a:lnTo>
                    <a:pt x="2" y="13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2" y="169"/>
                  </a:lnTo>
                  <a:lnTo>
                    <a:pt x="4" y="185"/>
                  </a:lnTo>
                  <a:lnTo>
                    <a:pt x="8" y="200"/>
                  </a:lnTo>
                  <a:lnTo>
                    <a:pt x="13" y="214"/>
                  </a:lnTo>
                  <a:lnTo>
                    <a:pt x="19" y="227"/>
                  </a:lnTo>
                  <a:lnTo>
                    <a:pt x="27" y="241"/>
                  </a:lnTo>
                  <a:lnTo>
                    <a:pt x="35" y="252"/>
                  </a:lnTo>
                  <a:lnTo>
                    <a:pt x="46" y="264"/>
                  </a:lnTo>
                  <a:lnTo>
                    <a:pt x="58" y="272"/>
                  </a:lnTo>
                  <a:lnTo>
                    <a:pt x="68" y="282"/>
                  </a:lnTo>
                  <a:lnTo>
                    <a:pt x="83" y="289"/>
                  </a:lnTo>
                  <a:lnTo>
                    <a:pt x="95" y="297"/>
                  </a:lnTo>
                  <a:lnTo>
                    <a:pt x="109" y="301"/>
                  </a:lnTo>
                  <a:lnTo>
                    <a:pt x="124" y="305"/>
                  </a:lnTo>
                  <a:lnTo>
                    <a:pt x="140" y="307"/>
                  </a:lnTo>
                  <a:lnTo>
                    <a:pt x="155" y="307"/>
                  </a:lnTo>
                  <a:lnTo>
                    <a:pt x="155" y="307"/>
                  </a:lnTo>
                  <a:lnTo>
                    <a:pt x="171" y="307"/>
                  </a:lnTo>
                  <a:lnTo>
                    <a:pt x="186" y="305"/>
                  </a:lnTo>
                  <a:lnTo>
                    <a:pt x="200" y="301"/>
                  </a:lnTo>
                  <a:lnTo>
                    <a:pt x="215" y="297"/>
                  </a:lnTo>
                  <a:lnTo>
                    <a:pt x="229" y="289"/>
                  </a:lnTo>
                  <a:lnTo>
                    <a:pt x="242" y="282"/>
                  </a:lnTo>
                  <a:lnTo>
                    <a:pt x="254" y="272"/>
                  </a:lnTo>
                  <a:lnTo>
                    <a:pt x="264" y="264"/>
                  </a:lnTo>
                  <a:lnTo>
                    <a:pt x="275" y="252"/>
                  </a:lnTo>
                  <a:lnTo>
                    <a:pt x="283" y="241"/>
                  </a:lnTo>
                  <a:lnTo>
                    <a:pt x="291" y="227"/>
                  </a:lnTo>
                  <a:lnTo>
                    <a:pt x="297" y="214"/>
                  </a:lnTo>
                  <a:lnTo>
                    <a:pt x="303" y="200"/>
                  </a:lnTo>
                  <a:lnTo>
                    <a:pt x="306" y="185"/>
                  </a:lnTo>
                  <a:lnTo>
                    <a:pt x="310" y="169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10" y="138"/>
                  </a:lnTo>
                  <a:lnTo>
                    <a:pt x="306" y="124"/>
                  </a:lnTo>
                  <a:lnTo>
                    <a:pt x="303" y="107"/>
                  </a:lnTo>
                  <a:lnTo>
                    <a:pt x="297" y="95"/>
                  </a:lnTo>
                  <a:lnTo>
                    <a:pt x="291" y="80"/>
                  </a:lnTo>
                  <a:lnTo>
                    <a:pt x="283" y="68"/>
                  </a:lnTo>
                  <a:lnTo>
                    <a:pt x="275" y="56"/>
                  </a:lnTo>
                  <a:lnTo>
                    <a:pt x="264" y="45"/>
                  </a:lnTo>
                  <a:lnTo>
                    <a:pt x="254" y="35"/>
                  </a:lnTo>
                  <a:lnTo>
                    <a:pt x="242" y="27"/>
                  </a:lnTo>
                  <a:lnTo>
                    <a:pt x="229" y="18"/>
                  </a:lnTo>
                  <a:lnTo>
                    <a:pt x="215" y="12"/>
                  </a:lnTo>
                  <a:lnTo>
                    <a:pt x="200" y="6"/>
                  </a:lnTo>
                  <a:lnTo>
                    <a:pt x="186" y="2"/>
                  </a:lnTo>
                  <a:lnTo>
                    <a:pt x="171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 advTm="392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Q2NjU0MWJhYWJlODQ0MTg4NWU0OTZhN2QyMDhiY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6|0.2|0.2|0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6|0.2|0.2|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6668</TotalTime>
  <Words>689</Words>
  <Application>Microsoft Office PowerPoint</Application>
  <PresentationFormat>宽屏</PresentationFormat>
  <Paragraphs>172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包图粗黑体</vt:lpstr>
      <vt:lpstr>等线</vt:lpstr>
      <vt:lpstr>等线 Light</vt:lpstr>
      <vt:lpstr>黑体</vt:lpstr>
      <vt:lpstr>思源黑体旧字形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Jay Tang</cp:lastModifiedBy>
  <cp:revision>152</cp:revision>
  <dcterms:created xsi:type="dcterms:W3CDTF">2024-10-27T04:46:00Z</dcterms:created>
  <dcterms:modified xsi:type="dcterms:W3CDTF">2025-12-20T12:57:50Z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273EF3A92BBA4E24A2EF9026B50640C1_13</vt:lpwstr>
  </property>
  <property fmtid="{D5CDD505-2E9C-101B-9397-08002B2CF9AE}" pid="3" name="KSOProductBuildVer">
    <vt:lpwstr>2052-12.1.0.18912</vt:lpwstr>
  </property>
</Properties>
</file>