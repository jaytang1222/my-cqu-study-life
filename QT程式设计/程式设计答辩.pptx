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9.xml" ContentType="application/vnd.openxmlformats-officedocument.presentationml.tags+xml"/>
  <Override PartName="/ppt/notesSlides/notesSlide7.xml" ContentType="application/vnd.openxmlformats-officedocument.presentationml.notesSlide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ppt/tags/tag3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84" r:id="rId2"/>
    <p:sldId id="257" r:id="rId3"/>
    <p:sldId id="356" r:id="rId4"/>
    <p:sldId id="274" r:id="rId5"/>
    <p:sldId id="322" r:id="rId6"/>
    <p:sldId id="307" r:id="rId7"/>
    <p:sldId id="359" r:id="rId8"/>
    <p:sldId id="370" r:id="rId9"/>
    <p:sldId id="369" r:id="rId10"/>
    <p:sldId id="302" r:id="rId11"/>
    <p:sldId id="358" r:id="rId12"/>
    <p:sldId id="263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介绍" id="{6148C249-11A5-43DB-B34A-117F7D301904}">
          <p14:sldIdLst>
            <p14:sldId id="284"/>
            <p14:sldId id="257"/>
          </p14:sldIdLst>
        </p14:section>
        <p14:section name="研究背景" id="{68C20642-36D6-4209-8828-2A91803EF162}">
          <p14:sldIdLst>
            <p14:sldId id="356"/>
            <p14:sldId id="274"/>
            <p14:sldId id="322"/>
          </p14:sldIdLst>
        </p14:section>
        <p14:section name="研究内容和目标" id="{E050BABD-2686-4E3E-A637-B81A0DBF43E2}">
          <p14:sldIdLst>
            <p14:sldId id="307"/>
            <p14:sldId id="359"/>
          </p14:sldIdLst>
        </p14:section>
        <p14:section name="预期成果及形式" id="{A5C90D53-E19F-4ADA-928F-FB903429A43B}">
          <p14:sldIdLst>
            <p14:sldId id="370"/>
            <p14:sldId id="369"/>
          </p14:sldIdLst>
        </p14:section>
        <p14:section name="总结" id="{78ADFF47-2B72-4036-8337-89836FFABC4F}">
          <p14:sldIdLst>
            <p14:sldId id="302"/>
          </p14:sldIdLst>
        </p14:section>
        <p14:section name="附录" id="{617E90A4-4446-4DD0-94EB-30EFE638E5FB}">
          <p14:sldIdLst>
            <p14:sldId id="358"/>
          </p14:sldIdLst>
        </p14:section>
        <p14:section name="End" id="{1444F0FA-A984-4633-9642-6448C5F3E1D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gs spring" initials="ss" lastIdx="2" clrIdx="0">
    <p:extLst>
      <p:ext uri="{19B8F6BF-5375-455C-9EA6-DF929625EA0E}">
        <p15:presenceInfo xmlns:p15="http://schemas.microsoft.com/office/powerpoint/2012/main" userId="c368c0eaa85f603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9E"/>
    <a:srgbClr val="A6A6A6"/>
    <a:srgbClr val="3672B1"/>
    <a:srgbClr val="BDD7EE"/>
    <a:srgbClr val="E2F0D9"/>
    <a:srgbClr val="004A99"/>
    <a:srgbClr val="5B9BD5"/>
    <a:srgbClr val="DEEBF7"/>
    <a:srgbClr val="FBDFC9"/>
    <a:srgbClr val="D4F4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16" autoAdjust="0"/>
    <p:restoredTop sz="79007" autoAdjust="0"/>
  </p:normalViewPr>
  <p:slideViewPr>
    <p:cSldViewPr snapToGrid="0">
      <p:cViewPr varScale="1">
        <p:scale>
          <a:sx n="79" d="100"/>
          <a:sy n="79" d="100"/>
        </p:scale>
        <p:origin x="11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48715E-2976-4C35-91CC-3C4D3F18F0B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187FE0D-0F5D-434C-9E51-B270DD17A9BE}">
      <dgm:prSet phldrT="[文本]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单人模式</a:t>
          </a:r>
        </a:p>
      </dgm:t>
    </dgm:pt>
    <dgm:pt modelId="{B566D752-19FD-4881-A2E4-7A05861919DB}" type="parTrans" cxnId="{F7A3A47F-8FB9-4838-9DE2-075621DAB8DF}">
      <dgm:prSet/>
      <dgm:spPr/>
      <dgm:t>
        <a:bodyPr/>
        <a:lstStyle/>
        <a:p>
          <a:endParaRPr lang="zh-CN" altLang="en-US"/>
        </a:p>
      </dgm:t>
    </dgm:pt>
    <dgm:pt modelId="{88CE09F5-985D-40C2-993A-67C9FE721FCE}" type="sibTrans" cxnId="{F7A3A47F-8FB9-4838-9DE2-075621DAB8DF}">
      <dgm:prSet/>
      <dgm:spPr/>
      <dgm:t>
        <a:bodyPr/>
        <a:lstStyle/>
        <a:p>
          <a:endParaRPr lang="zh-CN" altLang="en-US"/>
        </a:p>
      </dgm:t>
    </dgm:pt>
    <dgm:pt modelId="{6BBDC12F-6DB9-4F36-96D8-F3E60D3CCB35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在</a:t>
          </a:r>
          <a:r>
            <a:rPr lang="en-US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AI</a:t>
          </a:r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机器人的攻击下生存并尽可能获得高分</a:t>
          </a:r>
        </a:p>
      </dgm:t>
    </dgm:pt>
    <dgm:pt modelId="{C27C5577-BDC4-4F29-9F08-68F84BF33B56}" type="parTrans" cxnId="{3A6A208D-54A4-4B9C-B6D7-A9EA1CCF9403}">
      <dgm:prSet/>
      <dgm:spPr/>
      <dgm:t>
        <a:bodyPr/>
        <a:lstStyle/>
        <a:p>
          <a:endParaRPr lang="zh-CN" altLang="en-US"/>
        </a:p>
      </dgm:t>
    </dgm:pt>
    <dgm:pt modelId="{4E719868-5313-40F9-8585-20C68F8E55C6}" type="sibTrans" cxnId="{3A6A208D-54A4-4B9C-B6D7-A9EA1CCF9403}">
      <dgm:prSet/>
      <dgm:spPr/>
      <dgm:t>
        <a:bodyPr/>
        <a:lstStyle/>
        <a:p>
          <a:endParaRPr lang="zh-CN" altLang="en-US"/>
        </a:p>
      </dgm:t>
    </dgm:pt>
    <dgm:pt modelId="{A65CBDFB-AF19-42B7-990E-8C9F0A04309B}">
      <dgm:prSet phldrT="[文本]"/>
      <dgm:spPr/>
      <dgm:t>
        <a:bodyPr/>
        <a:lstStyle/>
        <a:p>
          <a:r>
            <a:rPr lang="zh-CN" altLang="en-US" b="1" dirty="0">
              <a:solidFill>
                <a:schemeClr val="tx1"/>
              </a:solidFill>
            </a:rPr>
            <a:t>双人模式</a:t>
          </a:r>
        </a:p>
      </dgm:t>
    </dgm:pt>
    <dgm:pt modelId="{5FA8647F-8780-4680-A9F6-4E382DA3A6E4}" type="parTrans" cxnId="{512FFE4F-EDA1-4921-B923-0DCC53D26712}">
      <dgm:prSet/>
      <dgm:spPr/>
      <dgm:t>
        <a:bodyPr/>
        <a:lstStyle/>
        <a:p>
          <a:endParaRPr lang="zh-CN" altLang="en-US"/>
        </a:p>
      </dgm:t>
    </dgm:pt>
    <dgm:pt modelId="{1AF76EE5-C03E-482D-89AE-D37022F6FA86}" type="sibTrans" cxnId="{512FFE4F-EDA1-4921-B923-0DCC53D26712}">
      <dgm:prSet/>
      <dgm:spPr/>
      <dgm:t>
        <a:bodyPr/>
        <a:lstStyle/>
        <a:p>
          <a:endParaRPr lang="zh-CN" altLang="en-US"/>
        </a:p>
      </dgm:t>
    </dgm:pt>
    <dgm:pt modelId="{D4F244CD-A70B-4086-9A8D-D5BEFCA62C46}">
      <dgm:prSet phldrT="[文本]" custT="1"/>
      <dgm:spPr/>
      <dgm:t>
        <a:bodyPr/>
        <a:lstStyle/>
        <a:p>
          <a:r>
            <a: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与另一名玩家对战，通过炸弹和武器击败对方</a:t>
          </a:r>
        </a:p>
      </dgm:t>
    </dgm:pt>
    <dgm:pt modelId="{7B2392D9-0C03-41D7-AEE7-05C11587E799}" type="parTrans" cxnId="{36E7CAA4-0819-4124-AC4E-4FC63A2069D5}">
      <dgm:prSet/>
      <dgm:spPr/>
      <dgm:t>
        <a:bodyPr/>
        <a:lstStyle/>
        <a:p>
          <a:endParaRPr lang="zh-CN" altLang="en-US"/>
        </a:p>
      </dgm:t>
    </dgm:pt>
    <dgm:pt modelId="{0CB4BD4A-E063-413C-97BB-CF0202632EE3}" type="sibTrans" cxnId="{36E7CAA4-0819-4124-AC4E-4FC63A2069D5}">
      <dgm:prSet/>
      <dgm:spPr/>
      <dgm:t>
        <a:bodyPr/>
        <a:lstStyle/>
        <a:p>
          <a:endParaRPr lang="zh-CN" altLang="en-US"/>
        </a:p>
      </dgm:t>
    </dgm:pt>
    <dgm:pt modelId="{D9D1713B-A11A-4DDD-9BB4-7382D065D106}" type="pres">
      <dgm:prSet presAssocID="{1148715E-2976-4C35-91CC-3C4D3F18F0B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B3ACF82-FC5E-425D-9D84-A92470AF7C9C}" type="pres">
      <dgm:prSet presAssocID="{2187FE0D-0F5D-434C-9E51-B270DD17A9BE}" presName="linNode" presStyleCnt="0"/>
      <dgm:spPr/>
    </dgm:pt>
    <dgm:pt modelId="{D306D8C8-B034-4372-A53B-336BE662E41C}" type="pres">
      <dgm:prSet presAssocID="{2187FE0D-0F5D-434C-9E51-B270DD17A9BE}" presName="parentText" presStyleLbl="node1" presStyleIdx="0" presStyleCnt="2" custScaleX="63360" custScaleY="8158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2CA392C-0DE2-48B7-9B06-7463AE5191F6}" type="pres">
      <dgm:prSet presAssocID="{2187FE0D-0F5D-434C-9E51-B270DD17A9BE}" presName="descendantText" presStyleLbl="alignAccFollowNode1" presStyleIdx="0" presStyleCnt="2" custScaleX="107246" custScaleY="7814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D1F731C-7D97-4CB9-838B-10A1E6E331FE}" type="pres">
      <dgm:prSet presAssocID="{88CE09F5-985D-40C2-993A-67C9FE721FCE}" presName="sp" presStyleCnt="0"/>
      <dgm:spPr/>
    </dgm:pt>
    <dgm:pt modelId="{70743F08-B4C7-4DE0-86AD-19180B1417D4}" type="pres">
      <dgm:prSet presAssocID="{A65CBDFB-AF19-42B7-990E-8C9F0A04309B}" presName="linNode" presStyleCnt="0"/>
      <dgm:spPr/>
    </dgm:pt>
    <dgm:pt modelId="{28C19210-A2D2-4782-935A-B16A7E78F625}" type="pres">
      <dgm:prSet presAssocID="{A65CBDFB-AF19-42B7-990E-8C9F0A04309B}" presName="parentText" presStyleLbl="node1" presStyleIdx="1" presStyleCnt="2" custScaleX="63360" custScaleY="81583">
        <dgm:presLayoutVars>
          <dgm:chMax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F0EEA87-981B-4CB1-B8A7-289B7D2D9C21}" type="pres">
      <dgm:prSet presAssocID="{A65CBDFB-AF19-42B7-990E-8C9F0A04309B}" presName="descendantText" presStyleLbl="alignAccFollowNode1" presStyleIdx="1" presStyleCnt="2" custScaleX="105695" custScaleY="6770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6E7CAA4-0819-4124-AC4E-4FC63A2069D5}" srcId="{A65CBDFB-AF19-42B7-990E-8C9F0A04309B}" destId="{D4F244CD-A70B-4086-9A8D-D5BEFCA62C46}" srcOrd="0" destOrd="0" parTransId="{7B2392D9-0C03-41D7-AEE7-05C11587E799}" sibTransId="{0CB4BD4A-E063-413C-97BB-CF0202632EE3}"/>
    <dgm:cxn modelId="{512FFE4F-EDA1-4921-B923-0DCC53D26712}" srcId="{1148715E-2976-4C35-91CC-3C4D3F18F0B3}" destId="{A65CBDFB-AF19-42B7-990E-8C9F0A04309B}" srcOrd="1" destOrd="0" parTransId="{5FA8647F-8780-4680-A9F6-4E382DA3A6E4}" sibTransId="{1AF76EE5-C03E-482D-89AE-D37022F6FA86}"/>
    <dgm:cxn modelId="{DE8536AB-AE95-4BAC-9442-F9E02ABC5BC2}" type="presOf" srcId="{6BBDC12F-6DB9-4F36-96D8-F3E60D3CCB35}" destId="{92CA392C-0DE2-48B7-9B06-7463AE5191F6}" srcOrd="0" destOrd="0" presId="urn:microsoft.com/office/officeart/2005/8/layout/vList5"/>
    <dgm:cxn modelId="{3A6A208D-54A4-4B9C-B6D7-A9EA1CCF9403}" srcId="{2187FE0D-0F5D-434C-9E51-B270DD17A9BE}" destId="{6BBDC12F-6DB9-4F36-96D8-F3E60D3CCB35}" srcOrd="0" destOrd="0" parTransId="{C27C5577-BDC4-4F29-9F08-68F84BF33B56}" sibTransId="{4E719868-5313-40F9-8585-20C68F8E55C6}"/>
    <dgm:cxn modelId="{A0D24E52-DD6E-478B-AD9B-2BABC6326BD2}" type="presOf" srcId="{A65CBDFB-AF19-42B7-990E-8C9F0A04309B}" destId="{28C19210-A2D2-4782-935A-B16A7E78F625}" srcOrd="0" destOrd="0" presId="urn:microsoft.com/office/officeart/2005/8/layout/vList5"/>
    <dgm:cxn modelId="{17ED0D6F-4BFC-487F-905C-71477E324CFC}" type="presOf" srcId="{D4F244CD-A70B-4086-9A8D-D5BEFCA62C46}" destId="{CF0EEA87-981B-4CB1-B8A7-289B7D2D9C21}" srcOrd="0" destOrd="0" presId="urn:microsoft.com/office/officeart/2005/8/layout/vList5"/>
    <dgm:cxn modelId="{7476AE20-D347-415D-8196-33DFD5E8996F}" type="presOf" srcId="{1148715E-2976-4C35-91CC-3C4D3F18F0B3}" destId="{D9D1713B-A11A-4DDD-9BB4-7382D065D106}" srcOrd="0" destOrd="0" presId="urn:microsoft.com/office/officeart/2005/8/layout/vList5"/>
    <dgm:cxn modelId="{056A67C6-A1B4-46C7-90F9-9C1514377321}" type="presOf" srcId="{2187FE0D-0F5D-434C-9E51-B270DD17A9BE}" destId="{D306D8C8-B034-4372-A53B-336BE662E41C}" srcOrd="0" destOrd="0" presId="urn:microsoft.com/office/officeart/2005/8/layout/vList5"/>
    <dgm:cxn modelId="{F7A3A47F-8FB9-4838-9DE2-075621DAB8DF}" srcId="{1148715E-2976-4C35-91CC-3C4D3F18F0B3}" destId="{2187FE0D-0F5D-434C-9E51-B270DD17A9BE}" srcOrd="0" destOrd="0" parTransId="{B566D752-19FD-4881-A2E4-7A05861919DB}" sibTransId="{88CE09F5-985D-40C2-993A-67C9FE721FCE}"/>
    <dgm:cxn modelId="{DEF9EDD3-E56D-4912-90D8-77DF7ABAFD28}" type="presParOf" srcId="{D9D1713B-A11A-4DDD-9BB4-7382D065D106}" destId="{2B3ACF82-FC5E-425D-9D84-A92470AF7C9C}" srcOrd="0" destOrd="0" presId="urn:microsoft.com/office/officeart/2005/8/layout/vList5"/>
    <dgm:cxn modelId="{1C8AD9C2-E29E-4DED-AEFE-332AFED8B438}" type="presParOf" srcId="{2B3ACF82-FC5E-425D-9D84-A92470AF7C9C}" destId="{D306D8C8-B034-4372-A53B-336BE662E41C}" srcOrd="0" destOrd="0" presId="urn:microsoft.com/office/officeart/2005/8/layout/vList5"/>
    <dgm:cxn modelId="{D0657A20-8DF9-44AF-BCD1-429C3F212C2F}" type="presParOf" srcId="{2B3ACF82-FC5E-425D-9D84-A92470AF7C9C}" destId="{92CA392C-0DE2-48B7-9B06-7463AE5191F6}" srcOrd="1" destOrd="0" presId="urn:microsoft.com/office/officeart/2005/8/layout/vList5"/>
    <dgm:cxn modelId="{E77917C4-EA6F-413C-9284-86037A31B1A9}" type="presParOf" srcId="{D9D1713B-A11A-4DDD-9BB4-7382D065D106}" destId="{4D1F731C-7D97-4CB9-838B-10A1E6E331FE}" srcOrd="1" destOrd="0" presId="urn:microsoft.com/office/officeart/2005/8/layout/vList5"/>
    <dgm:cxn modelId="{B094AF27-D538-40DC-BDA4-82EACE93D94C}" type="presParOf" srcId="{D9D1713B-A11A-4DDD-9BB4-7382D065D106}" destId="{70743F08-B4C7-4DE0-86AD-19180B1417D4}" srcOrd="2" destOrd="0" presId="urn:microsoft.com/office/officeart/2005/8/layout/vList5"/>
    <dgm:cxn modelId="{1C7C1998-956A-4023-A156-5367DE37E58A}" type="presParOf" srcId="{70743F08-B4C7-4DE0-86AD-19180B1417D4}" destId="{28C19210-A2D2-4782-935A-B16A7E78F625}" srcOrd="0" destOrd="0" presId="urn:microsoft.com/office/officeart/2005/8/layout/vList5"/>
    <dgm:cxn modelId="{4AC692AE-2FB6-42FD-9FC0-A30F8E54C960}" type="presParOf" srcId="{70743F08-B4C7-4DE0-86AD-19180B1417D4}" destId="{CF0EEA87-981B-4CB1-B8A7-289B7D2D9C2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A392C-0DE2-48B7-9B06-7463AE5191F6}">
      <dsp:nvSpPr>
        <dsp:cNvPr id="0" name=""/>
        <dsp:cNvSpPr/>
      </dsp:nvSpPr>
      <dsp:spPr>
        <a:xfrm rot="5400000">
          <a:off x="4541346" y="-2015268"/>
          <a:ext cx="1393799" cy="58552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在</a:t>
          </a:r>
          <a:r>
            <a:rPr lang="en-US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AI</a:t>
          </a: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机器人的攻击下生存并尽可能获得高分</a:t>
          </a:r>
        </a:p>
      </dsp:txBody>
      <dsp:txXfrm rot="-5400000">
        <a:off x="2310626" y="283492"/>
        <a:ext cx="5787199" cy="1257719"/>
      </dsp:txXfrm>
    </dsp:sp>
    <dsp:sp modelId="{D306D8C8-B034-4372-A53B-336BE662E41C}">
      <dsp:nvSpPr>
        <dsp:cNvPr id="0" name=""/>
        <dsp:cNvSpPr/>
      </dsp:nvSpPr>
      <dsp:spPr>
        <a:xfrm>
          <a:off x="364812" y="2843"/>
          <a:ext cx="1945813" cy="18190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600" b="1" kern="1200" dirty="0">
              <a:solidFill>
                <a:schemeClr val="tx1"/>
              </a:solidFill>
            </a:rPr>
            <a:t>单人模式</a:t>
          </a:r>
        </a:p>
      </dsp:txBody>
      <dsp:txXfrm>
        <a:off x="453609" y="91640"/>
        <a:ext cx="1768219" cy="1641422"/>
      </dsp:txXfrm>
    </dsp:sp>
    <dsp:sp modelId="{CF0EEA87-981B-4CB1-B8A7-289B7D2D9C21}">
      <dsp:nvSpPr>
        <dsp:cNvPr id="0" name=""/>
        <dsp:cNvSpPr/>
      </dsp:nvSpPr>
      <dsp:spPr>
        <a:xfrm rot="5400000">
          <a:off x="4592081" y="-42429"/>
          <a:ext cx="1207650" cy="577056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与另一名玩家对战，通过炸弹和武器击败对方</a:t>
          </a:r>
        </a:p>
      </dsp:txBody>
      <dsp:txXfrm rot="-5400000">
        <a:off x="2310627" y="2297978"/>
        <a:ext cx="5711607" cy="1089744"/>
      </dsp:txXfrm>
    </dsp:sp>
    <dsp:sp modelId="{28C19210-A2D2-4782-935A-B16A7E78F625}">
      <dsp:nvSpPr>
        <dsp:cNvPr id="0" name=""/>
        <dsp:cNvSpPr/>
      </dsp:nvSpPr>
      <dsp:spPr>
        <a:xfrm>
          <a:off x="364812" y="1933342"/>
          <a:ext cx="1945813" cy="18190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lvl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600" b="1" kern="1200" dirty="0">
              <a:solidFill>
                <a:schemeClr val="tx1"/>
              </a:solidFill>
            </a:rPr>
            <a:t>双人模式</a:t>
          </a:r>
        </a:p>
      </dsp:txBody>
      <dsp:txXfrm>
        <a:off x="453609" y="2022139"/>
        <a:ext cx="1768219" cy="1641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D1E5A-A47D-4B00-B0E0-6916135C8F7F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A4A4-E395-4D97-9260-020973A185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91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299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04 </a:t>
            </a:r>
            <a:r>
              <a:rPr lang="zh-CN" altLang="en-US" dirty="0"/>
              <a:t>修改一下，稍微长了一点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172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CD948-BCD9-8FCC-7DA3-D410162C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D0349E-E45F-4F85-9E6F-6349F1E76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897543-B528-DC78-2807-0CEE758E3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A942E4-5CF4-F597-E32D-5DEBF74C32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4707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基本内容（任务定义）</a:t>
            </a:r>
            <a:r>
              <a:rPr lang="en-US" altLang="zh-CN" dirty="0"/>
              <a:t>ok</a:t>
            </a:r>
            <a:r>
              <a:rPr lang="zh-CN" altLang="en-US" dirty="0"/>
              <a:t>，顶端的导航栏有点问题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586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1C870-DE35-77AB-D5EA-B78D762E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FE9CB4-9FDB-51EC-8655-F617EA87E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F4C77D-62E1-B0D3-6D3D-3E047985C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基本内容（任务定义）</a:t>
            </a:r>
            <a:r>
              <a:rPr lang="en-US" altLang="zh-CN" dirty="0"/>
              <a:t>ok</a:t>
            </a:r>
            <a:r>
              <a:rPr lang="zh-CN" altLang="en-US" dirty="0"/>
              <a:t>，顶端的导航栏有点问题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3C2B95-6241-32B0-2C93-6FF452B42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34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也可以有大模型合成的数据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779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F41B-F181-9CEB-0814-1278E418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82D4AF-5FAB-EA93-9E53-B6C81E523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38CE7-3EE6-8FDB-BCA1-C21A3410D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5934F9-5874-26ED-F4C1-D5AB264D3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504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708A-4B66-E394-5D9A-C42688C8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1AA224-C3A8-0EB2-41CB-27D338646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876BDB-1850-F421-D0D0-4030AFBFC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F9EF37-3F3F-2747-618B-66841117C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578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F41B-F181-9CEB-0814-1278E418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82D4AF-5FAB-EA93-9E53-B6C81E523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D38CE7-3EE6-8FDB-BCA1-C21A3410D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同理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5934F9-5874-26ED-F4C1-D5AB264D3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067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同理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984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746F-EE2A-663E-CB21-47953BBA3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8F0BB0-08C6-16EA-CACC-E1B7D8D32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7250B3-FEFC-C398-DBA0-1E03899B5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4238CE-FA70-A031-F2D9-6F25DFC0DF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9A4A4-E395-4D97-9260-020973A1854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915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D7755-26D8-41A8-B756-D674DB34C724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871DA-F852-4F08-8BC4-EF0FE6D0B539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13299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0C40F59-DB9F-42C9-8670-FD5C2598E646}" type="slidenum">
              <a:rPr lang="zh-CN" altLang="en-US" smtClean="0"/>
              <a:pPr/>
              <a:t>‹#›</a:t>
            </a:fld>
            <a:r>
              <a:rPr lang="en-US" altLang="zh-CN" dirty="0"/>
              <a:t>/22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876D3-A458-4D90-8F4F-75BBBB0A0190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3D922-1DF4-4D89-B90A-FC163A26D4DA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B561-1C73-4097-9AED-A3396FF69B4C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E056-366B-4DB9-B4C3-16759E36F74E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5C8B2-2BDF-49DD-A1B6-0B6313CCF252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9F691-9979-4F1C-9983-A374CF4EB1F5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BEE26-E5B1-4256-8851-4E52D7457808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BBCB0-C867-4C5C-AF4F-C90DD6B9E2E5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D25FF-73B7-470F-8966-1C7199BEAE96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FBB4D-9D93-4B4B-A82D-EF3E79B01FEA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0F59-DB9F-42C9-8670-FD5C2598E6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4.svg"/><Relationship Id="rId2" Type="http://schemas.openxmlformats.org/officeDocument/2006/relationships/tags" Target="../tags/tag3.xml"/><Relationship Id="rId16" Type="http://schemas.openxmlformats.org/officeDocument/2006/relationships/image" Target="../media/image3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image" Target="../media/image2.png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notesSlide" Target="../notesSlides/notesSlide2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6" Type="http://schemas.openxmlformats.org/officeDocument/2006/relationships/tags" Target="../tags/tag28.xml"/><Relationship Id="rId20" Type="http://schemas.openxmlformats.org/officeDocument/2006/relationships/image" Target="../media/image4.png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tags" Target="../tags/tag27.xml"/><Relationship Id="rId10" Type="http://schemas.openxmlformats.org/officeDocument/2006/relationships/tags" Target="../tags/tag22.xml"/><Relationship Id="rId19" Type="http://schemas.openxmlformats.org/officeDocument/2006/relationships/image" Target="../media/image1.jpeg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tags" Target="../tags/tag2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mojidir.com/" TargetMode="External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.jpeg"/><Relationship Id="rId9" Type="http://schemas.openxmlformats.org/officeDocument/2006/relationships/hyperlink" Target="https://iconfont.com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.jpe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1.jpe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4.png"/><Relationship Id="rId10" Type="http://schemas.openxmlformats.org/officeDocument/2006/relationships/image" Target="../media/image27.png"/><Relationship Id="rId4" Type="http://schemas.openxmlformats.org/officeDocument/2006/relationships/image" Target="../media/image1.jpe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image" Target="../media/image1.jpeg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6" Type="http://schemas.openxmlformats.org/officeDocument/2006/relationships/image" Target="../media/image4.sv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image" Target="../media/image3.png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A600E-37E3-66C0-D347-9184CF85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直角三角形 29">
            <a:extLst>
              <a:ext uri="{FF2B5EF4-FFF2-40B4-BE49-F238E27FC236}">
                <a16:creationId xmlns:a16="http://schemas.microsoft.com/office/drawing/2014/main" id="{442BEB36-4FA1-D1FD-341A-EA43D9BA903A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直角三角形 25">
            <a:extLst>
              <a:ext uri="{FF2B5EF4-FFF2-40B4-BE49-F238E27FC236}">
                <a16:creationId xmlns:a16="http://schemas.microsoft.com/office/drawing/2014/main" id="{5FDEF072-8248-0C96-4408-6366474F99D2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C9BD3DC-C669-E4EC-8130-9605A70A2595}"/>
              </a:ext>
            </a:extLst>
          </p:cNvPr>
          <p:cNvGrpSpPr/>
          <p:nvPr/>
        </p:nvGrpSpPr>
        <p:grpSpPr>
          <a:xfrm>
            <a:off x="489600" y="472440"/>
            <a:ext cx="11210923" cy="6019800"/>
            <a:chOff x="499072" y="441960"/>
            <a:chExt cx="11211033" cy="6019801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770AA799-F55D-C4AA-837B-EF86F9814AD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9072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5F83245-419C-01D9-4D97-972BF37CDDDD}"/>
                </a:ext>
              </a:extLst>
            </p:cNvPr>
            <p:cNvSpPr/>
            <p:nvPr userDrawn="1"/>
          </p:nvSpPr>
          <p:spPr>
            <a:xfrm>
              <a:off x="499072" y="441960"/>
              <a:ext cx="11211032" cy="6019801"/>
            </a:xfrm>
            <a:prstGeom prst="rect">
              <a:avLst/>
            </a:prstGeom>
            <a:solidFill>
              <a:srgbClr val="FFFEF7">
                <a:alpha val="8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E7F281D-469E-17F7-AD7E-838FD2B450FD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204" y="1020267"/>
            <a:ext cx="2917715" cy="9207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4269753-06BB-2E30-4208-61E6A86A140D}"/>
              </a:ext>
            </a:extLst>
          </p:cNvPr>
          <p:cNvSpPr txBox="1"/>
          <p:nvPr/>
        </p:nvSpPr>
        <p:spPr>
          <a:xfrm>
            <a:off x="998368" y="2782895"/>
            <a:ext cx="101952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</a:t>
            </a:r>
            <a:r>
              <a: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的泡泡堂炸弹人游戏</a:t>
            </a:r>
          </a:p>
        </p:txBody>
      </p:sp>
      <p:sp>
        <p:nvSpPr>
          <p:cNvPr id="4" name="图形">
            <a:extLst>
              <a:ext uri="{FF2B5EF4-FFF2-40B4-BE49-F238E27FC236}">
                <a16:creationId xmlns:a16="http://schemas.microsoft.com/office/drawing/2014/main" id="{0C086578-9DA0-DEAE-03BA-E33A550873D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258297" y="5128179"/>
            <a:ext cx="3974703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汇报人</a:t>
            </a:r>
            <a:r>
              <a:rPr lang="zh-CN" alt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：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郑乐岩</a:t>
            </a:r>
            <a:endParaRPr lang="en-US" altLang="zh-CN" sz="18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5E6D2DA3-D80E-61DA-676A-41B10B9E0AC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860849" y="5254533"/>
            <a:ext cx="356915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汇报时间：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2025 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年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1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月 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16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日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6" name="图形">
            <a:extLst>
              <a:ext uri="{FF2B5EF4-FFF2-40B4-BE49-F238E27FC236}">
                <a16:creationId xmlns:a16="http://schemas.microsoft.com/office/drawing/2014/main" id="{777ECED7-4E76-F0C0-E14E-79DF10C607F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54318" y="5187632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pic>
        <p:nvPicPr>
          <p:cNvPr id="7" name="图形" descr="303b32313533373635313bbbe3b1a8d5df">
            <a:extLst>
              <a:ext uri="{FF2B5EF4-FFF2-40B4-BE49-F238E27FC236}">
                <a16:creationId xmlns:a16="http://schemas.microsoft.com/office/drawing/2014/main" id="{E10475FF-7F2D-EC82-CABE-68503F17E6C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639462" y="5266768"/>
            <a:ext cx="352294" cy="352294"/>
          </a:xfrm>
          <a:prstGeom prst="rect">
            <a:avLst/>
          </a:prstGeom>
        </p:spPr>
      </p:pic>
      <p:sp>
        <p:nvSpPr>
          <p:cNvPr id="8" name="图形">
            <a:extLst>
              <a:ext uri="{FF2B5EF4-FFF2-40B4-BE49-F238E27FC236}">
                <a16:creationId xmlns:a16="http://schemas.microsoft.com/office/drawing/2014/main" id="{A3B3951D-1202-325B-3813-DBAACF399EE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298636" y="5183400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520791B-2A67-33C5-532D-C81C80F8DEDF}"/>
              </a:ext>
            </a:extLst>
          </p:cNvPr>
          <p:cNvGrpSpPr/>
          <p:nvPr/>
        </p:nvGrpSpPr>
        <p:grpSpPr>
          <a:xfrm>
            <a:off x="7371614" y="5309957"/>
            <a:ext cx="351985" cy="257452"/>
            <a:chOff x="2751138" y="4071938"/>
            <a:chExt cx="1558925" cy="1158875"/>
          </a:xfrm>
          <a:solidFill>
            <a:srgbClr val="0A0301"/>
          </a:solidFill>
        </p:grpSpPr>
        <p:sp>
          <p:nvSpPr>
            <p:cNvPr id="24" name="图形">
              <a:extLst>
                <a:ext uri="{FF2B5EF4-FFF2-40B4-BE49-F238E27FC236}">
                  <a16:creationId xmlns:a16="http://schemas.microsoft.com/office/drawing/2014/main" id="{99EF2D60-7ADF-70C4-E0F6-D217A632F16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4562475"/>
              <a:ext cx="539750" cy="477838"/>
            </a:xfrm>
            <a:custGeom>
              <a:avLst/>
              <a:gdLst>
                <a:gd name="T0" fmla="*/ 255 w 340"/>
                <a:gd name="T1" fmla="*/ 0 h 301"/>
                <a:gd name="T2" fmla="*/ 136 w 340"/>
                <a:gd name="T3" fmla="*/ 99 h 301"/>
                <a:gd name="T4" fmla="*/ 28 w 340"/>
                <a:gd name="T5" fmla="*/ 8 h 301"/>
                <a:gd name="T6" fmla="*/ 28 w 340"/>
                <a:gd name="T7" fmla="*/ 8 h 301"/>
                <a:gd name="T8" fmla="*/ 14 w 340"/>
                <a:gd name="T9" fmla="*/ 31 h 301"/>
                <a:gd name="T10" fmla="*/ 0 w 340"/>
                <a:gd name="T11" fmla="*/ 50 h 301"/>
                <a:gd name="T12" fmla="*/ 0 w 340"/>
                <a:gd name="T13" fmla="*/ 50 h 301"/>
                <a:gd name="T14" fmla="*/ 24 w 340"/>
                <a:gd name="T15" fmla="*/ 70 h 301"/>
                <a:gd name="T16" fmla="*/ 47 w 340"/>
                <a:gd name="T17" fmla="*/ 95 h 301"/>
                <a:gd name="T18" fmla="*/ 68 w 340"/>
                <a:gd name="T19" fmla="*/ 122 h 301"/>
                <a:gd name="T20" fmla="*/ 84 w 340"/>
                <a:gd name="T21" fmla="*/ 149 h 301"/>
                <a:gd name="T22" fmla="*/ 99 w 340"/>
                <a:gd name="T23" fmla="*/ 180 h 301"/>
                <a:gd name="T24" fmla="*/ 109 w 340"/>
                <a:gd name="T25" fmla="*/ 213 h 301"/>
                <a:gd name="T26" fmla="*/ 115 w 340"/>
                <a:gd name="T27" fmla="*/ 248 h 301"/>
                <a:gd name="T28" fmla="*/ 117 w 340"/>
                <a:gd name="T29" fmla="*/ 283 h 301"/>
                <a:gd name="T30" fmla="*/ 117 w 340"/>
                <a:gd name="T31" fmla="*/ 283 h 301"/>
                <a:gd name="T32" fmla="*/ 115 w 340"/>
                <a:gd name="T33" fmla="*/ 301 h 301"/>
                <a:gd name="T34" fmla="*/ 115 w 340"/>
                <a:gd name="T35" fmla="*/ 301 h 301"/>
                <a:gd name="T36" fmla="*/ 136 w 340"/>
                <a:gd name="T37" fmla="*/ 301 h 301"/>
                <a:gd name="T38" fmla="*/ 136 w 340"/>
                <a:gd name="T39" fmla="*/ 301 h 301"/>
                <a:gd name="T40" fmla="*/ 167 w 340"/>
                <a:gd name="T41" fmla="*/ 299 h 301"/>
                <a:gd name="T42" fmla="*/ 200 w 340"/>
                <a:gd name="T43" fmla="*/ 293 h 301"/>
                <a:gd name="T44" fmla="*/ 233 w 340"/>
                <a:gd name="T45" fmla="*/ 285 h 301"/>
                <a:gd name="T46" fmla="*/ 266 w 340"/>
                <a:gd name="T47" fmla="*/ 270 h 301"/>
                <a:gd name="T48" fmla="*/ 282 w 340"/>
                <a:gd name="T49" fmla="*/ 262 h 301"/>
                <a:gd name="T50" fmla="*/ 295 w 340"/>
                <a:gd name="T51" fmla="*/ 252 h 301"/>
                <a:gd name="T52" fmla="*/ 307 w 340"/>
                <a:gd name="T53" fmla="*/ 242 h 301"/>
                <a:gd name="T54" fmla="*/ 319 w 340"/>
                <a:gd name="T55" fmla="*/ 229 h 301"/>
                <a:gd name="T56" fmla="*/ 328 w 340"/>
                <a:gd name="T57" fmla="*/ 217 h 301"/>
                <a:gd name="T58" fmla="*/ 334 w 340"/>
                <a:gd name="T59" fmla="*/ 204 h 301"/>
                <a:gd name="T60" fmla="*/ 338 w 340"/>
                <a:gd name="T61" fmla="*/ 190 h 301"/>
                <a:gd name="T62" fmla="*/ 340 w 340"/>
                <a:gd name="T63" fmla="*/ 176 h 301"/>
                <a:gd name="T64" fmla="*/ 340 w 340"/>
                <a:gd name="T65" fmla="*/ 176 h 301"/>
                <a:gd name="T66" fmla="*/ 338 w 340"/>
                <a:gd name="T67" fmla="*/ 149 h 301"/>
                <a:gd name="T68" fmla="*/ 334 w 340"/>
                <a:gd name="T69" fmla="*/ 122 h 301"/>
                <a:gd name="T70" fmla="*/ 328 w 340"/>
                <a:gd name="T71" fmla="*/ 97 h 301"/>
                <a:gd name="T72" fmla="*/ 317 w 340"/>
                <a:gd name="T73" fmla="*/ 74 h 301"/>
                <a:gd name="T74" fmla="*/ 305 w 340"/>
                <a:gd name="T75" fmla="*/ 54 h 301"/>
                <a:gd name="T76" fmla="*/ 290 w 340"/>
                <a:gd name="T77" fmla="*/ 33 h 301"/>
                <a:gd name="T78" fmla="*/ 274 w 340"/>
                <a:gd name="T79" fmla="*/ 15 h 301"/>
                <a:gd name="T80" fmla="*/ 255 w 340"/>
                <a:gd name="T81" fmla="*/ 0 h 301"/>
                <a:gd name="T82" fmla="*/ 255 w 340"/>
                <a:gd name="T8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01">
                  <a:moveTo>
                    <a:pt x="255" y="0"/>
                  </a:moveTo>
                  <a:lnTo>
                    <a:pt x="136" y="99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14" y="31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24" y="70"/>
                  </a:lnTo>
                  <a:lnTo>
                    <a:pt x="47" y="95"/>
                  </a:lnTo>
                  <a:lnTo>
                    <a:pt x="68" y="122"/>
                  </a:lnTo>
                  <a:lnTo>
                    <a:pt x="84" y="149"/>
                  </a:lnTo>
                  <a:lnTo>
                    <a:pt x="99" y="180"/>
                  </a:lnTo>
                  <a:lnTo>
                    <a:pt x="109" y="213"/>
                  </a:lnTo>
                  <a:lnTo>
                    <a:pt x="115" y="248"/>
                  </a:lnTo>
                  <a:lnTo>
                    <a:pt x="117" y="283"/>
                  </a:lnTo>
                  <a:lnTo>
                    <a:pt x="117" y="283"/>
                  </a:lnTo>
                  <a:lnTo>
                    <a:pt x="115" y="301"/>
                  </a:lnTo>
                  <a:lnTo>
                    <a:pt x="115" y="301"/>
                  </a:lnTo>
                  <a:lnTo>
                    <a:pt x="136" y="301"/>
                  </a:lnTo>
                  <a:lnTo>
                    <a:pt x="136" y="301"/>
                  </a:lnTo>
                  <a:lnTo>
                    <a:pt x="167" y="299"/>
                  </a:lnTo>
                  <a:lnTo>
                    <a:pt x="200" y="293"/>
                  </a:lnTo>
                  <a:lnTo>
                    <a:pt x="233" y="285"/>
                  </a:lnTo>
                  <a:lnTo>
                    <a:pt x="266" y="270"/>
                  </a:lnTo>
                  <a:lnTo>
                    <a:pt x="282" y="262"/>
                  </a:lnTo>
                  <a:lnTo>
                    <a:pt x="295" y="252"/>
                  </a:lnTo>
                  <a:lnTo>
                    <a:pt x="307" y="242"/>
                  </a:lnTo>
                  <a:lnTo>
                    <a:pt x="319" y="229"/>
                  </a:lnTo>
                  <a:lnTo>
                    <a:pt x="328" y="217"/>
                  </a:lnTo>
                  <a:lnTo>
                    <a:pt x="334" y="204"/>
                  </a:lnTo>
                  <a:lnTo>
                    <a:pt x="338" y="190"/>
                  </a:lnTo>
                  <a:lnTo>
                    <a:pt x="340" y="176"/>
                  </a:lnTo>
                  <a:lnTo>
                    <a:pt x="340" y="176"/>
                  </a:lnTo>
                  <a:lnTo>
                    <a:pt x="338" y="149"/>
                  </a:lnTo>
                  <a:lnTo>
                    <a:pt x="334" y="122"/>
                  </a:lnTo>
                  <a:lnTo>
                    <a:pt x="328" y="97"/>
                  </a:lnTo>
                  <a:lnTo>
                    <a:pt x="317" y="74"/>
                  </a:lnTo>
                  <a:lnTo>
                    <a:pt x="305" y="54"/>
                  </a:lnTo>
                  <a:lnTo>
                    <a:pt x="290" y="33"/>
                  </a:lnTo>
                  <a:lnTo>
                    <a:pt x="274" y="15"/>
                  </a:lnTo>
                  <a:lnTo>
                    <a:pt x="255" y="0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5" name="图形">
              <a:extLst>
                <a:ext uri="{FF2B5EF4-FFF2-40B4-BE49-F238E27FC236}">
                  <a16:creationId xmlns:a16="http://schemas.microsoft.com/office/drawing/2014/main" id="{AA194308-6557-C6A4-B8A5-377F9797255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3773488" y="4071938"/>
              <a:ext cx="441325" cy="450850"/>
            </a:xfrm>
            <a:custGeom>
              <a:avLst/>
              <a:gdLst>
                <a:gd name="T0" fmla="*/ 49 w 278"/>
                <a:gd name="T1" fmla="*/ 225 h 284"/>
                <a:gd name="T2" fmla="*/ 49 w 278"/>
                <a:gd name="T3" fmla="*/ 225 h 284"/>
                <a:gd name="T4" fmla="*/ 49 w 278"/>
                <a:gd name="T5" fmla="*/ 239 h 284"/>
                <a:gd name="T6" fmla="*/ 47 w 278"/>
                <a:gd name="T7" fmla="*/ 255 h 284"/>
                <a:gd name="T8" fmla="*/ 47 w 278"/>
                <a:gd name="T9" fmla="*/ 255 h 284"/>
                <a:gd name="T10" fmla="*/ 66 w 278"/>
                <a:gd name="T11" fmla="*/ 268 h 284"/>
                <a:gd name="T12" fmla="*/ 88 w 278"/>
                <a:gd name="T13" fmla="*/ 276 h 284"/>
                <a:gd name="T14" fmla="*/ 111 w 278"/>
                <a:gd name="T15" fmla="*/ 282 h 284"/>
                <a:gd name="T16" fmla="*/ 134 w 278"/>
                <a:gd name="T17" fmla="*/ 284 h 284"/>
                <a:gd name="T18" fmla="*/ 134 w 278"/>
                <a:gd name="T19" fmla="*/ 284 h 284"/>
                <a:gd name="T20" fmla="*/ 148 w 278"/>
                <a:gd name="T21" fmla="*/ 284 h 284"/>
                <a:gd name="T22" fmla="*/ 163 w 278"/>
                <a:gd name="T23" fmla="*/ 282 h 284"/>
                <a:gd name="T24" fmla="*/ 177 w 278"/>
                <a:gd name="T25" fmla="*/ 278 h 284"/>
                <a:gd name="T26" fmla="*/ 189 w 278"/>
                <a:gd name="T27" fmla="*/ 274 h 284"/>
                <a:gd name="T28" fmla="*/ 202 w 278"/>
                <a:gd name="T29" fmla="*/ 268 h 284"/>
                <a:gd name="T30" fmla="*/ 214 w 278"/>
                <a:gd name="T31" fmla="*/ 260 h 284"/>
                <a:gd name="T32" fmla="*/ 224 w 278"/>
                <a:gd name="T33" fmla="*/ 251 h 284"/>
                <a:gd name="T34" fmla="*/ 235 w 278"/>
                <a:gd name="T35" fmla="*/ 243 h 284"/>
                <a:gd name="T36" fmla="*/ 245 w 278"/>
                <a:gd name="T37" fmla="*/ 233 h 284"/>
                <a:gd name="T38" fmla="*/ 253 w 278"/>
                <a:gd name="T39" fmla="*/ 222 h 284"/>
                <a:gd name="T40" fmla="*/ 260 w 278"/>
                <a:gd name="T41" fmla="*/ 210 h 284"/>
                <a:gd name="T42" fmla="*/ 266 w 278"/>
                <a:gd name="T43" fmla="*/ 198 h 284"/>
                <a:gd name="T44" fmla="*/ 272 w 278"/>
                <a:gd name="T45" fmla="*/ 185 h 284"/>
                <a:gd name="T46" fmla="*/ 274 w 278"/>
                <a:gd name="T47" fmla="*/ 171 h 284"/>
                <a:gd name="T48" fmla="*/ 276 w 278"/>
                <a:gd name="T49" fmla="*/ 156 h 284"/>
                <a:gd name="T50" fmla="*/ 278 w 278"/>
                <a:gd name="T51" fmla="*/ 142 h 284"/>
                <a:gd name="T52" fmla="*/ 278 w 278"/>
                <a:gd name="T53" fmla="*/ 142 h 284"/>
                <a:gd name="T54" fmla="*/ 276 w 278"/>
                <a:gd name="T55" fmla="*/ 128 h 284"/>
                <a:gd name="T56" fmla="*/ 274 w 278"/>
                <a:gd name="T57" fmla="*/ 113 h 284"/>
                <a:gd name="T58" fmla="*/ 272 w 278"/>
                <a:gd name="T59" fmla="*/ 99 h 284"/>
                <a:gd name="T60" fmla="*/ 266 w 278"/>
                <a:gd name="T61" fmla="*/ 86 h 284"/>
                <a:gd name="T62" fmla="*/ 260 w 278"/>
                <a:gd name="T63" fmla="*/ 74 h 284"/>
                <a:gd name="T64" fmla="*/ 253 w 278"/>
                <a:gd name="T65" fmla="*/ 62 h 284"/>
                <a:gd name="T66" fmla="*/ 245 w 278"/>
                <a:gd name="T67" fmla="*/ 51 h 284"/>
                <a:gd name="T68" fmla="*/ 235 w 278"/>
                <a:gd name="T69" fmla="*/ 41 h 284"/>
                <a:gd name="T70" fmla="*/ 224 w 278"/>
                <a:gd name="T71" fmla="*/ 31 h 284"/>
                <a:gd name="T72" fmla="*/ 214 w 278"/>
                <a:gd name="T73" fmla="*/ 22 h 284"/>
                <a:gd name="T74" fmla="*/ 202 w 278"/>
                <a:gd name="T75" fmla="*/ 16 h 284"/>
                <a:gd name="T76" fmla="*/ 189 w 278"/>
                <a:gd name="T77" fmla="*/ 10 h 284"/>
                <a:gd name="T78" fmla="*/ 177 w 278"/>
                <a:gd name="T79" fmla="*/ 6 h 284"/>
                <a:gd name="T80" fmla="*/ 163 w 278"/>
                <a:gd name="T81" fmla="*/ 2 h 284"/>
                <a:gd name="T82" fmla="*/ 148 w 278"/>
                <a:gd name="T83" fmla="*/ 0 h 284"/>
                <a:gd name="T84" fmla="*/ 134 w 278"/>
                <a:gd name="T85" fmla="*/ 0 h 284"/>
                <a:gd name="T86" fmla="*/ 134 w 278"/>
                <a:gd name="T87" fmla="*/ 0 h 284"/>
                <a:gd name="T88" fmla="*/ 111 w 278"/>
                <a:gd name="T89" fmla="*/ 0 h 284"/>
                <a:gd name="T90" fmla="*/ 90 w 278"/>
                <a:gd name="T91" fmla="*/ 6 h 284"/>
                <a:gd name="T92" fmla="*/ 70 w 278"/>
                <a:gd name="T93" fmla="*/ 14 h 284"/>
                <a:gd name="T94" fmla="*/ 51 w 278"/>
                <a:gd name="T95" fmla="*/ 24 h 284"/>
                <a:gd name="T96" fmla="*/ 35 w 278"/>
                <a:gd name="T97" fmla="*/ 39 h 284"/>
                <a:gd name="T98" fmla="*/ 20 w 278"/>
                <a:gd name="T99" fmla="*/ 55 h 284"/>
                <a:gd name="T100" fmla="*/ 10 w 278"/>
                <a:gd name="T101" fmla="*/ 72 h 284"/>
                <a:gd name="T102" fmla="*/ 0 w 278"/>
                <a:gd name="T103" fmla="*/ 92 h 284"/>
                <a:gd name="T104" fmla="*/ 0 w 278"/>
                <a:gd name="T105" fmla="*/ 92 h 284"/>
                <a:gd name="T106" fmla="*/ 12 w 278"/>
                <a:gd name="T107" fmla="*/ 107 h 284"/>
                <a:gd name="T108" fmla="*/ 20 w 278"/>
                <a:gd name="T109" fmla="*/ 121 h 284"/>
                <a:gd name="T110" fmla="*/ 28 w 278"/>
                <a:gd name="T111" fmla="*/ 136 h 284"/>
                <a:gd name="T112" fmla="*/ 37 w 278"/>
                <a:gd name="T113" fmla="*/ 152 h 284"/>
                <a:gd name="T114" fmla="*/ 43 w 278"/>
                <a:gd name="T115" fmla="*/ 169 h 284"/>
                <a:gd name="T116" fmla="*/ 47 w 278"/>
                <a:gd name="T117" fmla="*/ 187 h 284"/>
                <a:gd name="T118" fmla="*/ 49 w 278"/>
                <a:gd name="T119" fmla="*/ 206 h 284"/>
                <a:gd name="T120" fmla="*/ 49 w 278"/>
                <a:gd name="T121" fmla="*/ 225 h 284"/>
                <a:gd name="T122" fmla="*/ 49 w 278"/>
                <a:gd name="T123" fmla="*/ 22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284">
                  <a:moveTo>
                    <a:pt x="49" y="225"/>
                  </a:moveTo>
                  <a:lnTo>
                    <a:pt x="49" y="225"/>
                  </a:lnTo>
                  <a:lnTo>
                    <a:pt x="49" y="239"/>
                  </a:lnTo>
                  <a:lnTo>
                    <a:pt x="47" y="255"/>
                  </a:lnTo>
                  <a:lnTo>
                    <a:pt x="47" y="255"/>
                  </a:lnTo>
                  <a:lnTo>
                    <a:pt x="66" y="268"/>
                  </a:lnTo>
                  <a:lnTo>
                    <a:pt x="88" y="276"/>
                  </a:lnTo>
                  <a:lnTo>
                    <a:pt x="111" y="282"/>
                  </a:lnTo>
                  <a:lnTo>
                    <a:pt x="134" y="284"/>
                  </a:lnTo>
                  <a:lnTo>
                    <a:pt x="134" y="284"/>
                  </a:lnTo>
                  <a:lnTo>
                    <a:pt x="148" y="284"/>
                  </a:lnTo>
                  <a:lnTo>
                    <a:pt x="163" y="282"/>
                  </a:lnTo>
                  <a:lnTo>
                    <a:pt x="177" y="278"/>
                  </a:lnTo>
                  <a:lnTo>
                    <a:pt x="189" y="274"/>
                  </a:lnTo>
                  <a:lnTo>
                    <a:pt x="202" y="268"/>
                  </a:lnTo>
                  <a:lnTo>
                    <a:pt x="214" y="260"/>
                  </a:lnTo>
                  <a:lnTo>
                    <a:pt x="224" y="251"/>
                  </a:lnTo>
                  <a:lnTo>
                    <a:pt x="235" y="243"/>
                  </a:lnTo>
                  <a:lnTo>
                    <a:pt x="245" y="233"/>
                  </a:lnTo>
                  <a:lnTo>
                    <a:pt x="253" y="222"/>
                  </a:lnTo>
                  <a:lnTo>
                    <a:pt x="260" y="210"/>
                  </a:lnTo>
                  <a:lnTo>
                    <a:pt x="266" y="198"/>
                  </a:lnTo>
                  <a:lnTo>
                    <a:pt x="272" y="185"/>
                  </a:lnTo>
                  <a:lnTo>
                    <a:pt x="274" y="171"/>
                  </a:lnTo>
                  <a:lnTo>
                    <a:pt x="276" y="156"/>
                  </a:lnTo>
                  <a:lnTo>
                    <a:pt x="278" y="142"/>
                  </a:lnTo>
                  <a:lnTo>
                    <a:pt x="278" y="142"/>
                  </a:lnTo>
                  <a:lnTo>
                    <a:pt x="276" y="128"/>
                  </a:lnTo>
                  <a:lnTo>
                    <a:pt x="274" y="113"/>
                  </a:lnTo>
                  <a:lnTo>
                    <a:pt x="272" y="99"/>
                  </a:lnTo>
                  <a:lnTo>
                    <a:pt x="266" y="86"/>
                  </a:lnTo>
                  <a:lnTo>
                    <a:pt x="260" y="74"/>
                  </a:lnTo>
                  <a:lnTo>
                    <a:pt x="253" y="62"/>
                  </a:lnTo>
                  <a:lnTo>
                    <a:pt x="245" y="51"/>
                  </a:lnTo>
                  <a:lnTo>
                    <a:pt x="235" y="41"/>
                  </a:lnTo>
                  <a:lnTo>
                    <a:pt x="224" y="31"/>
                  </a:lnTo>
                  <a:lnTo>
                    <a:pt x="214" y="22"/>
                  </a:lnTo>
                  <a:lnTo>
                    <a:pt x="202" y="16"/>
                  </a:lnTo>
                  <a:lnTo>
                    <a:pt x="189" y="10"/>
                  </a:lnTo>
                  <a:lnTo>
                    <a:pt x="177" y="6"/>
                  </a:lnTo>
                  <a:lnTo>
                    <a:pt x="163" y="2"/>
                  </a:lnTo>
                  <a:lnTo>
                    <a:pt x="148" y="0"/>
                  </a:lnTo>
                  <a:lnTo>
                    <a:pt x="134" y="0"/>
                  </a:lnTo>
                  <a:lnTo>
                    <a:pt x="134" y="0"/>
                  </a:lnTo>
                  <a:lnTo>
                    <a:pt x="111" y="0"/>
                  </a:lnTo>
                  <a:lnTo>
                    <a:pt x="90" y="6"/>
                  </a:lnTo>
                  <a:lnTo>
                    <a:pt x="70" y="14"/>
                  </a:lnTo>
                  <a:lnTo>
                    <a:pt x="51" y="24"/>
                  </a:lnTo>
                  <a:lnTo>
                    <a:pt x="35" y="39"/>
                  </a:lnTo>
                  <a:lnTo>
                    <a:pt x="20" y="55"/>
                  </a:lnTo>
                  <a:lnTo>
                    <a:pt x="10" y="7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12" y="107"/>
                  </a:lnTo>
                  <a:lnTo>
                    <a:pt x="20" y="121"/>
                  </a:lnTo>
                  <a:lnTo>
                    <a:pt x="28" y="136"/>
                  </a:lnTo>
                  <a:lnTo>
                    <a:pt x="37" y="152"/>
                  </a:lnTo>
                  <a:lnTo>
                    <a:pt x="43" y="169"/>
                  </a:lnTo>
                  <a:lnTo>
                    <a:pt x="47" y="187"/>
                  </a:lnTo>
                  <a:lnTo>
                    <a:pt x="49" y="206"/>
                  </a:lnTo>
                  <a:lnTo>
                    <a:pt x="49" y="225"/>
                  </a:lnTo>
                  <a:lnTo>
                    <a:pt x="49" y="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1" name="图形">
              <a:extLst>
                <a:ext uri="{FF2B5EF4-FFF2-40B4-BE49-F238E27FC236}">
                  <a16:creationId xmlns:a16="http://schemas.microsoft.com/office/drawing/2014/main" id="{FFDA66F4-334B-C950-813F-830A2E532E5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2751138" y="4562475"/>
              <a:ext cx="542925" cy="477838"/>
            </a:xfrm>
            <a:custGeom>
              <a:avLst/>
              <a:gdLst>
                <a:gd name="T0" fmla="*/ 204 w 342"/>
                <a:gd name="T1" fmla="*/ 301 h 301"/>
                <a:gd name="T2" fmla="*/ 204 w 342"/>
                <a:gd name="T3" fmla="*/ 301 h 301"/>
                <a:gd name="T4" fmla="*/ 225 w 342"/>
                <a:gd name="T5" fmla="*/ 301 h 301"/>
                <a:gd name="T6" fmla="*/ 225 w 342"/>
                <a:gd name="T7" fmla="*/ 301 h 301"/>
                <a:gd name="T8" fmla="*/ 225 w 342"/>
                <a:gd name="T9" fmla="*/ 283 h 301"/>
                <a:gd name="T10" fmla="*/ 225 w 342"/>
                <a:gd name="T11" fmla="*/ 283 h 301"/>
                <a:gd name="T12" fmla="*/ 227 w 342"/>
                <a:gd name="T13" fmla="*/ 248 h 301"/>
                <a:gd name="T14" fmla="*/ 233 w 342"/>
                <a:gd name="T15" fmla="*/ 213 h 301"/>
                <a:gd name="T16" fmla="*/ 243 w 342"/>
                <a:gd name="T17" fmla="*/ 180 h 301"/>
                <a:gd name="T18" fmla="*/ 256 w 342"/>
                <a:gd name="T19" fmla="*/ 149 h 301"/>
                <a:gd name="T20" fmla="*/ 272 w 342"/>
                <a:gd name="T21" fmla="*/ 122 h 301"/>
                <a:gd name="T22" fmla="*/ 293 w 342"/>
                <a:gd name="T23" fmla="*/ 95 h 301"/>
                <a:gd name="T24" fmla="*/ 316 w 342"/>
                <a:gd name="T25" fmla="*/ 70 h 301"/>
                <a:gd name="T26" fmla="*/ 342 w 342"/>
                <a:gd name="T27" fmla="*/ 50 h 301"/>
                <a:gd name="T28" fmla="*/ 342 w 342"/>
                <a:gd name="T29" fmla="*/ 50 h 301"/>
                <a:gd name="T30" fmla="*/ 326 w 342"/>
                <a:gd name="T31" fmla="*/ 31 h 301"/>
                <a:gd name="T32" fmla="*/ 313 w 342"/>
                <a:gd name="T33" fmla="*/ 8 h 301"/>
                <a:gd name="T34" fmla="*/ 204 w 342"/>
                <a:gd name="T35" fmla="*/ 99 h 301"/>
                <a:gd name="T36" fmla="*/ 84 w 342"/>
                <a:gd name="T37" fmla="*/ 0 h 301"/>
                <a:gd name="T38" fmla="*/ 84 w 342"/>
                <a:gd name="T39" fmla="*/ 0 h 301"/>
                <a:gd name="T40" fmla="*/ 66 w 342"/>
                <a:gd name="T41" fmla="*/ 15 h 301"/>
                <a:gd name="T42" fmla="*/ 49 w 342"/>
                <a:gd name="T43" fmla="*/ 33 h 301"/>
                <a:gd name="T44" fmla="*/ 35 w 342"/>
                <a:gd name="T45" fmla="*/ 54 h 301"/>
                <a:gd name="T46" fmla="*/ 23 w 342"/>
                <a:gd name="T47" fmla="*/ 74 h 301"/>
                <a:gd name="T48" fmla="*/ 14 w 342"/>
                <a:gd name="T49" fmla="*/ 97 h 301"/>
                <a:gd name="T50" fmla="*/ 6 w 342"/>
                <a:gd name="T51" fmla="*/ 122 h 301"/>
                <a:gd name="T52" fmla="*/ 2 w 342"/>
                <a:gd name="T53" fmla="*/ 149 h 301"/>
                <a:gd name="T54" fmla="*/ 0 w 342"/>
                <a:gd name="T55" fmla="*/ 176 h 301"/>
                <a:gd name="T56" fmla="*/ 0 w 342"/>
                <a:gd name="T57" fmla="*/ 176 h 301"/>
                <a:gd name="T58" fmla="*/ 2 w 342"/>
                <a:gd name="T59" fmla="*/ 190 h 301"/>
                <a:gd name="T60" fmla="*/ 6 w 342"/>
                <a:gd name="T61" fmla="*/ 204 h 301"/>
                <a:gd name="T62" fmla="*/ 12 w 342"/>
                <a:gd name="T63" fmla="*/ 217 h 301"/>
                <a:gd name="T64" fmla="*/ 23 w 342"/>
                <a:gd name="T65" fmla="*/ 229 h 301"/>
                <a:gd name="T66" fmla="*/ 33 w 342"/>
                <a:gd name="T67" fmla="*/ 242 h 301"/>
                <a:gd name="T68" fmla="*/ 45 w 342"/>
                <a:gd name="T69" fmla="*/ 252 h 301"/>
                <a:gd name="T70" fmla="*/ 60 w 342"/>
                <a:gd name="T71" fmla="*/ 262 h 301"/>
                <a:gd name="T72" fmla="*/ 74 w 342"/>
                <a:gd name="T73" fmla="*/ 270 h 301"/>
                <a:gd name="T74" fmla="*/ 107 w 342"/>
                <a:gd name="T75" fmla="*/ 285 h 301"/>
                <a:gd name="T76" fmla="*/ 140 w 342"/>
                <a:gd name="T77" fmla="*/ 293 h 301"/>
                <a:gd name="T78" fmla="*/ 173 w 342"/>
                <a:gd name="T79" fmla="*/ 299 h 301"/>
                <a:gd name="T80" fmla="*/ 204 w 342"/>
                <a:gd name="T81" fmla="*/ 301 h 301"/>
                <a:gd name="T82" fmla="*/ 204 w 342"/>
                <a:gd name="T83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2" h="301">
                  <a:moveTo>
                    <a:pt x="204" y="301"/>
                  </a:moveTo>
                  <a:lnTo>
                    <a:pt x="204" y="301"/>
                  </a:lnTo>
                  <a:lnTo>
                    <a:pt x="225" y="301"/>
                  </a:lnTo>
                  <a:lnTo>
                    <a:pt x="225" y="301"/>
                  </a:lnTo>
                  <a:lnTo>
                    <a:pt x="225" y="283"/>
                  </a:lnTo>
                  <a:lnTo>
                    <a:pt x="225" y="283"/>
                  </a:lnTo>
                  <a:lnTo>
                    <a:pt x="227" y="248"/>
                  </a:lnTo>
                  <a:lnTo>
                    <a:pt x="233" y="213"/>
                  </a:lnTo>
                  <a:lnTo>
                    <a:pt x="243" y="180"/>
                  </a:lnTo>
                  <a:lnTo>
                    <a:pt x="256" y="149"/>
                  </a:lnTo>
                  <a:lnTo>
                    <a:pt x="272" y="122"/>
                  </a:lnTo>
                  <a:lnTo>
                    <a:pt x="293" y="95"/>
                  </a:lnTo>
                  <a:lnTo>
                    <a:pt x="316" y="70"/>
                  </a:lnTo>
                  <a:lnTo>
                    <a:pt x="342" y="50"/>
                  </a:lnTo>
                  <a:lnTo>
                    <a:pt x="342" y="50"/>
                  </a:lnTo>
                  <a:lnTo>
                    <a:pt x="326" y="31"/>
                  </a:lnTo>
                  <a:lnTo>
                    <a:pt x="313" y="8"/>
                  </a:lnTo>
                  <a:lnTo>
                    <a:pt x="204" y="99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6" y="15"/>
                  </a:lnTo>
                  <a:lnTo>
                    <a:pt x="49" y="33"/>
                  </a:lnTo>
                  <a:lnTo>
                    <a:pt x="35" y="54"/>
                  </a:lnTo>
                  <a:lnTo>
                    <a:pt x="23" y="74"/>
                  </a:lnTo>
                  <a:lnTo>
                    <a:pt x="14" y="97"/>
                  </a:lnTo>
                  <a:lnTo>
                    <a:pt x="6" y="122"/>
                  </a:lnTo>
                  <a:lnTo>
                    <a:pt x="2" y="149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0"/>
                  </a:lnTo>
                  <a:lnTo>
                    <a:pt x="6" y="204"/>
                  </a:lnTo>
                  <a:lnTo>
                    <a:pt x="12" y="217"/>
                  </a:lnTo>
                  <a:lnTo>
                    <a:pt x="23" y="229"/>
                  </a:lnTo>
                  <a:lnTo>
                    <a:pt x="33" y="242"/>
                  </a:lnTo>
                  <a:lnTo>
                    <a:pt x="45" y="252"/>
                  </a:lnTo>
                  <a:lnTo>
                    <a:pt x="60" y="262"/>
                  </a:lnTo>
                  <a:lnTo>
                    <a:pt x="74" y="270"/>
                  </a:lnTo>
                  <a:lnTo>
                    <a:pt x="107" y="285"/>
                  </a:lnTo>
                  <a:lnTo>
                    <a:pt x="140" y="293"/>
                  </a:lnTo>
                  <a:lnTo>
                    <a:pt x="173" y="299"/>
                  </a:lnTo>
                  <a:lnTo>
                    <a:pt x="204" y="301"/>
                  </a:lnTo>
                  <a:lnTo>
                    <a:pt x="204" y="3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2" name="图形">
              <a:extLst>
                <a:ext uri="{FF2B5EF4-FFF2-40B4-BE49-F238E27FC236}">
                  <a16:creationId xmlns:a16="http://schemas.microsoft.com/office/drawing/2014/main" id="{7E761EC6-4723-E9E9-D228-C20D258E9BE4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2849563" y="4071938"/>
              <a:ext cx="438150" cy="450850"/>
            </a:xfrm>
            <a:custGeom>
              <a:avLst/>
              <a:gdLst>
                <a:gd name="T0" fmla="*/ 142 w 276"/>
                <a:gd name="T1" fmla="*/ 284 h 284"/>
                <a:gd name="T2" fmla="*/ 142 w 276"/>
                <a:gd name="T3" fmla="*/ 284 h 284"/>
                <a:gd name="T4" fmla="*/ 167 w 276"/>
                <a:gd name="T5" fmla="*/ 282 h 284"/>
                <a:gd name="T6" fmla="*/ 190 w 276"/>
                <a:gd name="T7" fmla="*/ 276 h 284"/>
                <a:gd name="T8" fmla="*/ 210 w 276"/>
                <a:gd name="T9" fmla="*/ 268 h 284"/>
                <a:gd name="T10" fmla="*/ 229 w 276"/>
                <a:gd name="T11" fmla="*/ 255 h 284"/>
                <a:gd name="T12" fmla="*/ 229 w 276"/>
                <a:gd name="T13" fmla="*/ 255 h 284"/>
                <a:gd name="T14" fmla="*/ 229 w 276"/>
                <a:gd name="T15" fmla="*/ 239 h 284"/>
                <a:gd name="T16" fmla="*/ 227 w 276"/>
                <a:gd name="T17" fmla="*/ 225 h 284"/>
                <a:gd name="T18" fmla="*/ 227 w 276"/>
                <a:gd name="T19" fmla="*/ 225 h 284"/>
                <a:gd name="T20" fmla="*/ 229 w 276"/>
                <a:gd name="T21" fmla="*/ 206 h 284"/>
                <a:gd name="T22" fmla="*/ 231 w 276"/>
                <a:gd name="T23" fmla="*/ 187 h 284"/>
                <a:gd name="T24" fmla="*/ 235 w 276"/>
                <a:gd name="T25" fmla="*/ 169 h 284"/>
                <a:gd name="T26" fmla="*/ 241 w 276"/>
                <a:gd name="T27" fmla="*/ 152 h 284"/>
                <a:gd name="T28" fmla="*/ 247 w 276"/>
                <a:gd name="T29" fmla="*/ 136 h 284"/>
                <a:gd name="T30" fmla="*/ 256 w 276"/>
                <a:gd name="T31" fmla="*/ 121 h 284"/>
                <a:gd name="T32" fmla="*/ 266 w 276"/>
                <a:gd name="T33" fmla="*/ 107 h 284"/>
                <a:gd name="T34" fmla="*/ 276 w 276"/>
                <a:gd name="T35" fmla="*/ 92 h 284"/>
                <a:gd name="T36" fmla="*/ 276 w 276"/>
                <a:gd name="T37" fmla="*/ 92 h 284"/>
                <a:gd name="T38" fmla="*/ 268 w 276"/>
                <a:gd name="T39" fmla="*/ 72 h 284"/>
                <a:gd name="T40" fmla="*/ 256 w 276"/>
                <a:gd name="T41" fmla="*/ 55 h 284"/>
                <a:gd name="T42" fmla="*/ 241 w 276"/>
                <a:gd name="T43" fmla="*/ 39 h 284"/>
                <a:gd name="T44" fmla="*/ 225 w 276"/>
                <a:gd name="T45" fmla="*/ 24 h 284"/>
                <a:gd name="T46" fmla="*/ 206 w 276"/>
                <a:gd name="T47" fmla="*/ 14 h 284"/>
                <a:gd name="T48" fmla="*/ 185 w 276"/>
                <a:gd name="T49" fmla="*/ 6 h 284"/>
                <a:gd name="T50" fmla="*/ 165 w 276"/>
                <a:gd name="T51" fmla="*/ 0 h 284"/>
                <a:gd name="T52" fmla="*/ 142 w 276"/>
                <a:gd name="T53" fmla="*/ 0 h 284"/>
                <a:gd name="T54" fmla="*/ 142 w 276"/>
                <a:gd name="T55" fmla="*/ 0 h 284"/>
                <a:gd name="T56" fmla="*/ 128 w 276"/>
                <a:gd name="T57" fmla="*/ 0 h 284"/>
                <a:gd name="T58" fmla="*/ 113 w 276"/>
                <a:gd name="T59" fmla="*/ 2 h 284"/>
                <a:gd name="T60" fmla="*/ 99 w 276"/>
                <a:gd name="T61" fmla="*/ 6 h 284"/>
                <a:gd name="T62" fmla="*/ 86 w 276"/>
                <a:gd name="T63" fmla="*/ 10 h 284"/>
                <a:gd name="T64" fmla="*/ 74 w 276"/>
                <a:gd name="T65" fmla="*/ 16 h 284"/>
                <a:gd name="T66" fmla="*/ 62 w 276"/>
                <a:gd name="T67" fmla="*/ 22 h 284"/>
                <a:gd name="T68" fmla="*/ 51 w 276"/>
                <a:gd name="T69" fmla="*/ 31 h 284"/>
                <a:gd name="T70" fmla="*/ 41 w 276"/>
                <a:gd name="T71" fmla="*/ 41 h 284"/>
                <a:gd name="T72" fmla="*/ 31 w 276"/>
                <a:gd name="T73" fmla="*/ 51 h 284"/>
                <a:gd name="T74" fmla="*/ 22 w 276"/>
                <a:gd name="T75" fmla="*/ 62 h 284"/>
                <a:gd name="T76" fmla="*/ 16 w 276"/>
                <a:gd name="T77" fmla="*/ 74 h 284"/>
                <a:gd name="T78" fmla="*/ 10 w 276"/>
                <a:gd name="T79" fmla="*/ 86 h 284"/>
                <a:gd name="T80" fmla="*/ 6 w 276"/>
                <a:gd name="T81" fmla="*/ 99 h 284"/>
                <a:gd name="T82" fmla="*/ 2 w 276"/>
                <a:gd name="T83" fmla="*/ 113 h 284"/>
                <a:gd name="T84" fmla="*/ 0 w 276"/>
                <a:gd name="T85" fmla="*/ 128 h 284"/>
                <a:gd name="T86" fmla="*/ 0 w 276"/>
                <a:gd name="T87" fmla="*/ 142 h 284"/>
                <a:gd name="T88" fmla="*/ 0 w 276"/>
                <a:gd name="T89" fmla="*/ 142 h 284"/>
                <a:gd name="T90" fmla="*/ 0 w 276"/>
                <a:gd name="T91" fmla="*/ 156 h 284"/>
                <a:gd name="T92" fmla="*/ 2 w 276"/>
                <a:gd name="T93" fmla="*/ 171 h 284"/>
                <a:gd name="T94" fmla="*/ 6 w 276"/>
                <a:gd name="T95" fmla="*/ 185 h 284"/>
                <a:gd name="T96" fmla="*/ 10 w 276"/>
                <a:gd name="T97" fmla="*/ 198 h 284"/>
                <a:gd name="T98" fmla="*/ 16 w 276"/>
                <a:gd name="T99" fmla="*/ 210 h 284"/>
                <a:gd name="T100" fmla="*/ 22 w 276"/>
                <a:gd name="T101" fmla="*/ 222 h 284"/>
                <a:gd name="T102" fmla="*/ 31 w 276"/>
                <a:gd name="T103" fmla="*/ 233 h 284"/>
                <a:gd name="T104" fmla="*/ 41 w 276"/>
                <a:gd name="T105" fmla="*/ 243 h 284"/>
                <a:gd name="T106" fmla="*/ 51 w 276"/>
                <a:gd name="T107" fmla="*/ 251 h 284"/>
                <a:gd name="T108" fmla="*/ 62 w 276"/>
                <a:gd name="T109" fmla="*/ 260 h 284"/>
                <a:gd name="T110" fmla="*/ 74 w 276"/>
                <a:gd name="T111" fmla="*/ 268 h 284"/>
                <a:gd name="T112" fmla="*/ 86 w 276"/>
                <a:gd name="T113" fmla="*/ 274 h 284"/>
                <a:gd name="T114" fmla="*/ 99 w 276"/>
                <a:gd name="T115" fmla="*/ 278 h 284"/>
                <a:gd name="T116" fmla="*/ 113 w 276"/>
                <a:gd name="T117" fmla="*/ 282 h 284"/>
                <a:gd name="T118" fmla="*/ 128 w 276"/>
                <a:gd name="T119" fmla="*/ 284 h 284"/>
                <a:gd name="T120" fmla="*/ 142 w 276"/>
                <a:gd name="T121" fmla="*/ 284 h 284"/>
                <a:gd name="T122" fmla="*/ 142 w 276"/>
                <a:gd name="T1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6" h="284">
                  <a:moveTo>
                    <a:pt x="142" y="284"/>
                  </a:moveTo>
                  <a:lnTo>
                    <a:pt x="142" y="284"/>
                  </a:lnTo>
                  <a:lnTo>
                    <a:pt x="167" y="282"/>
                  </a:lnTo>
                  <a:lnTo>
                    <a:pt x="190" y="276"/>
                  </a:lnTo>
                  <a:lnTo>
                    <a:pt x="210" y="268"/>
                  </a:lnTo>
                  <a:lnTo>
                    <a:pt x="229" y="255"/>
                  </a:lnTo>
                  <a:lnTo>
                    <a:pt x="229" y="255"/>
                  </a:lnTo>
                  <a:lnTo>
                    <a:pt x="229" y="239"/>
                  </a:lnTo>
                  <a:lnTo>
                    <a:pt x="227" y="225"/>
                  </a:lnTo>
                  <a:lnTo>
                    <a:pt x="227" y="225"/>
                  </a:lnTo>
                  <a:lnTo>
                    <a:pt x="229" y="206"/>
                  </a:lnTo>
                  <a:lnTo>
                    <a:pt x="231" y="187"/>
                  </a:lnTo>
                  <a:lnTo>
                    <a:pt x="235" y="169"/>
                  </a:lnTo>
                  <a:lnTo>
                    <a:pt x="241" y="152"/>
                  </a:lnTo>
                  <a:lnTo>
                    <a:pt x="247" y="136"/>
                  </a:lnTo>
                  <a:lnTo>
                    <a:pt x="256" y="121"/>
                  </a:lnTo>
                  <a:lnTo>
                    <a:pt x="266" y="107"/>
                  </a:lnTo>
                  <a:lnTo>
                    <a:pt x="276" y="92"/>
                  </a:lnTo>
                  <a:lnTo>
                    <a:pt x="276" y="92"/>
                  </a:lnTo>
                  <a:lnTo>
                    <a:pt x="268" y="72"/>
                  </a:lnTo>
                  <a:lnTo>
                    <a:pt x="256" y="55"/>
                  </a:lnTo>
                  <a:lnTo>
                    <a:pt x="241" y="39"/>
                  </a:lnTo>
                  <a:lnTo>
                    <a:pt x="225" y="24"/>
                  </a:lnTo>
                  <a:lnTo>
                    <a:pt x="206" y="14"/>
                  </a:lnTo>
                  <a:lnTo>
                    <a:pt x="185" y="6"/>
                  </a:lnTo>
                  <a:lnTo>
                    <a:pt x="165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0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6"/>
                  </a:lnTo>
                  <a:lnTo>
                    <a:pt x="62" y="22"/>
                  </a:lnTo>
                  <a:lnTo>
                    <a:pt x="51" y="31"/>
                  </a:lnTo>
                  <a:lnTo>
                    <a:pt x="41" y="41"/>
                  </a:lnTo>
                  <a:lnTo>
                    <a:pt x="31" y="51"/>
                  </a:lnTo>
                  <a:lnTo>
                    <a:pt x="22" y="62"/>
                  </a:lnTo>
                  <a:lnTo>
                    <a:pt x="16" y="74"/>
                  </a:lnTo>
                  <a:lnTo>
                    <a:pt x="10" y="86"/>
                  </a:lnTo>
                  <a:lnTo>
                    <a:pt x="6" y="99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56"/>
                  </a:lnTo>
                  <a:lnTo>
                    <a:pt x="2" y="171"/>
                  </a:lnTo>
                  <a:lnTo>
                    <a:pt x="6" y="185"/>
                  </a:lnTo>
                  <a:lnTo>
                    <a:pt x="10" y="198"/>
                  </a:lnTo>
                  <a:lnTo>
                    <a:pt x="16" y="210"/>
                  </a:lnTo>
                  <a:lnTo>
                    <a:pt x="22" y="222"/>
                  </a:lnTo>
                  <a:lnTo>
                    <a:pt x="31" y="233"/>
                  </a:lnTo>
                  <a:lnTo>
                    <a:pt x="41" y="243"/>
                  </a:lnTo>
                  <a:lnTo>
                    <a:pt x="51" y="251"/>
                  </a:lnTo>
                  <a:lnTo>
                    <a:pt x="62" y="260"/>
                  </a:lnTo>
                  <a:lnTo>
                    <a:pt x="74" y="268"/>
                  </a:lnTo>
                  <a:lnTo>
                    <a:pt x="86" y="274"/>
                  </a:lnTo>
                  <a:lnTo>
                    <a:pt x="99" y="278"/>
                  </a:lnTo>
                  <a:lnTo>
                    <a:pt x="113" y="282"/>
                  </a:lnTo>
                  <a:lnTo>
                    <a:pt x="128" y="284"/>
                  </a:lnTo>
                  <a:lnTo>
                    <a:pt x="142" y="284"/>
                  </a:lnTo>
                  <a:lnTo>
                    <a:pt x="142" y="2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3" name="图形">
              <a:extLst>
                <a:ext uri="{FF2B5EF4-FFF2-40B4-BE49-F238E27FC236}">
                  <a16:creationId xmlns:a16="http://schemas.microsoft.com/office/drawing/2014/main" id="{52882EA6-17DA-545B-9491-E04DBC3D4F72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3182938" y="4710113"/>
              <a:ext cx="698500" cy="520700"/>
            </a:xfrm>
            <a:custGeom>
              <a:avLst/>
              <a:gdLst>
                <a:gd name="T0" fmla="*/ 440 w 440"/>
                <a:gd name="T1" fmla="*/ 190 h 328"/>
                <a:gd name="T2" fmla="*/ 440 w 440"/>
                <a:gd name="T3" fmla="*/ 190 h 328"/>
                <a:gd name="T4" fmla="*/ 438 w 440"/>
                <a:gd name="T5" fmla="*/ 161 h 328"/>
                <a:gd name="T6" fmla="*/ 431 w 440"/>
                <a:gd name="T7" fmla="*/ 134 h 328"/>
                <a:gd name="T8" fmla="*/ 425 w 440"/>
                <a:gd name="T9" fmla="*/ 107 h 328"/>
                <a:gd name="T10" fmla="*/ 413 w 440"/>
                <a:gd name="T11" fmla="*/ 83 h 328"/>
                <a:gd name="T12" fmla="*/ 400 w 440"/>
                <a:gd name="T13" fmla="*/ 58 h 328"/>
                <a:gd name="T14" fmla="*/ 384 w 440"/>
                <a:gd name="T15" fmla="*/ 37 h 328"/>
                <a:gd name="T16" fmla="*/ 365 w 440"/>
                <a:gd name="T17" fmla="*/ 16 h 328"/>
                <a:gd name="T18" fmla="*/ 347 w 440"/>
                <a:gd name="T19" fmla="*/ 0 h 328"/>
                <a:gd name="T20" fmla="*/ 219 w 440"/>
                <a:gd name="T21" fmla="*/ 105 h 328"/>
                <a:gd name="T22" fmla="*/ 93 w 440"/>
                <a:gd name="T23" fmla="*/ 0 h 328"/>
                <a:gd name="T24" fmla="*/ 93 w 440"/>
                <a:gd name="T25" fmla="*/ 0 h 328"/>
                <a:gd name="T26" fmla="*/ 72 w 440"/>
                <a:gd name="T27" fmla="*/ 16 h 328"/>
                <a:gd name="T28" fmla="*/ 54 w 440"/>
                <a:gd name="T29" fmla="*/ 37 h 328"/>
                <a:gd name="T30" fmla="*/ 39 w 440"/>
                <a:gd name="T31" fmla="*/ 58 h 328"/>
                <a:gd name="T32" fmla="*/ 25 w 440"/>
                <a:gd name="T33" fmla="*/ 83 h 328"/>
                <a:gd name="T34" fmla="*/ 15 w 440"/>
                <a:gd name="T35" fmla="*/ 107 h 328"/>
                <a:gd name="T36" fmla="*/ 6 w 440"/>
                <a:gd name="T37" fmla="*/ 134 h 328"/>
                <a:gd name="T38" fmla="*/ 2 w 440"/>
                <a:gd name="T39" fmla="*/ 161 h 328"/>
                <a:gd name="T40" fmla="*/ 0 w 440"/>
                <a:gd name="T41" fmla="*/ 190 h 328"/>
                <a:gd name="T42" fmla="*/ 0 w 440"/>
                <a:gd name="T43" fmla="*/ 190 h 328"/>
                <a:gd name="T44" fmla="*/ 0 w 440"/>
                <a:gd name="T45" fmla="*/ 206 h 328"/>
                <a:gd name="T46" fmla="*/ 6 w 440"/>
                <a:gd name="T47" fmla="*/ 223 h 328"/>
                <a:gd name="T48" fmla="*/ 13 w 440"/>
                <a:gd name="T49" fmla="*/ 237 h 328"/>
                <a:gd name="T50" fmla="*/ 23 w 440"/>
                <a:gd name="T51" fmla="*/ 250 h 328"/>
                <a:gd name="T52" fmla="*/ 35 w 440"/>
                <a:gd name="T53" fmla="*/ 262 h 328"/>
                <a:gd name="T54" fmla="*/ 48 w 440"/>
                <a:gd name="T55" fmla="*/ 274 h 328"/>
                <a:gd name="T56" fmla="*/ 64 w 440"/>
                <a:gd name="T57" fmla="*/ 285 h 328"/>
                <a:gd name="T58" fmla="*/ 79 w 440"/>
                <a:gd name="T59" fmla="*/ 293 h 328"/>
                <a:gd name="T60" fmla="*/ 97 w 440"/>
                <a:gd name="T61" fmla="*/ 301 h 328"/>
                <a:gd name="T62" fmla="*/ 116 w 440"/>
                <a:gd name="T63" fmla="*/ 309 h 328"/>
                <a:gd name="T64" fmla="*/ 151 w 440"/>
                <a:gd name="T65" fmla="*/ 320 h 328"/>
                <a:gd name="T66" fmla="*/ 188 w 440"/>
                <a:gd name="T67" fmla="*/ 326 h 328"/>
                <a:gd name="T68" fmla="*/ 219 w 440"/>
                <a:gd name="T69" fmla="*/ 328 h 328"/>
                <a:gd name="T70" fmla="*/ 219 w 440"/>
                <a:gd name="T71" fmla="*/ 328 h 328"/>
                <a:gd name="T72" fmla="*/ 252 w 440"/>
                <a:gd name="T73" fmla="*/ 326 h 328"/>
                <a:gd name="T74" fmla="*/ 287 w 440"/>
                <a:gd name="T75" fmla="*/ 320 h 328"/>
                <a:gd name="T76" fmla="*/ 324 w 440"/>
                <a:gd name="T77" fmla="*/ 309 h 328"/>
                <a:gd name="T78" fmla="*/ 343 w 440"/>
                <a:gd name="T79" fmla="*/ 301 h 328"/>
                <a:gd name="T80" fmla="*/ 359 w 440"/>
                <a:gd name="T81" fmla="*/ 293 h 328"/>
                <a:gd name="T82" fmla="*/ 376 w 440"/>
                <a:gd name="T83" fmla="*/ 285 h 328"/>
                <a:gd name="T84" fmla="*/ 390 w 440"/>
                <a:gd name="T85" fmla="*/ 274 h 328"/>
                <a:gd name="T86" fmla="*/ 405 w 440"/>
                <a:gd name="T87" fmla="*/ 262 h 328"/>
                <a:gd name="T88" fmla="*/ 415 w 440"/>
                <a:gd name="T89" fmla="*/ 250 h 328"/>
                <a:gd name="T90" fmla="*/ 425 w 440"/>
                <a:gd name="T91" fmla="*/ 237 h 328"/>
                <a:gd name="T92" fmla="*/ 433 w 440"/>
                <a:gd name="T93" fmla="*/ 223 h 328"/>
                <a:gd name="T94" fmla="*/ 438 w 440"/>
                <a:gd name="T95" fmla="*/ 206 h 328"/>
                <a:gd name="T96" fmla="*/ 440 w 440"/>
                <a:gd name="T97" fmla="*/ 190 h 328"/>
                <a:gd name="T98" fmla="*/ 440 w 440"/>
                <a:gd name="T99" fmla="*/ 19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40" h="328">
                  <a:moveTo>
                    <a:pt x="440" y="190"/>
                  </a:moveTo>
                  <a:lnTo>
                    <a:pt x="440" y="190"/>
                  </a:lnTo>
                  <a:lnTo>
                    <a:pt x="438" y="161"/>
                  </a:lnTo>
                  <a:lnTo>
                    <a:pt x="431" y="134"/>
                  </a:lnTo>
                  <a:lnTo>
                    <a:pt x="425" y="107"/>
                  </a:lnTo>
                  <a:lnTo>
                    <a:pt x="413" y="83"/>
                  </a:lnTo>
                  <a:lnTo>
                    <a:pt x="400" y="58"/>
                  </a:lnTo>
                  <a:lnTo>
                    <a:pt x="384" y="37"/>
                  </a:lnTo>
                  <a:lnTo>
                    <a:pt x="365" y="16"/>
                  </a:lnTo>
                  <a:lnTo>
                    <a:pt x="347" y="0"/>
                  </a:lnTo>
                  <a:lnTo>
                    <a:pt x="219" y="105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72" y="16"/>
                  </a:lnTo>
                  <a:lnTo>
                    <a:pt x="54" y="37"/>
                  </a:lnTo>
                  <a:lnTo>
                    <a:pt x="39" y="58"/>
                  </a:lnTo>
                  <a:lnTo>
                    <a:pt x="25" y="83"/>
                  </a:lnTo>
                  <a:lnTo>
                    <a:pt x="15" y="107"/>
                  </a:lnTo>
                  <a:lnTo>
                    <a:pt x="6" y="134"/>
                  </a:lnTo>
                  <a:lnTo>
                    <a:pt x="2" y="161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206"/>
                  </a:lnTo>
                  <a:lnTo>
                    <a:pt x="6" y="223"/>
                  </a:lnTo>
                  <a:lnTo>
                    <a:pt x="13" y="237"/>
                  </a:lnTo>
                  <a:lnTo>
                    <a:pt x="23" y="250"/>
                  </a:lnTo>
                  <a:lnTo>
                    <a:pt x="35" y="262"/>
                  </a:lnTo>
                  <a:lnTo>
                    <a:pt x="48" y="274"/>
                  </a:lnTo>
                  <a:lnTo>
                    <a:pt x="64" y="285"/>
                  </a:lnTo>
                  <a:lnTo>
                    <a:pt x="79" y="293"/>
                  </a:lnTo>
                  <a:lnTo>
                    <a:pt x="97" y="301"/>
                  </a:lnTo>
                  <a:lnTo>
                    <a:pt x="116" y="309"/>
                  </a:lnTo>
                  <a:lnTo>
                    <a:pt x="151" y="320"/>
                  </a:lnTo>
                  <a:lnTo>
                    <a:pt x="188" y="326"/>
                  </a:lnTo>
                  <a:lnTo>
                    <a:pt x="219" y="328"/>
                  </a:lnTo>
                  <a:lnTo>
                    <a:pt x="219" y="328"/>
                  </a:lnTo>
                  <a:lnTo>
                    <a:pt x="252" y="326"/>
                  </a:lnTo>
                  <a:lnTo>
                    <a:pt x="287" y="320"/>
                  </a:lnTo>
                  <a:lnTo>
                    <a:pt x="324" y="309"/>
                  </a:lnTo>
                  <a:lnTo>
                    <a:pt x="343" y="301"/>
                  </a:lnTo>
                  <a:lnTo>
                    <a:pt x="359" y="293"/>
                  </a:lnTo>
                  <a:lnTo>
                    <a:pt x="376" y="285"/>
                  </a:lnTo>
                  <a:lnTo>
                    <a:pt x="390" y="274"/>
                  </a:lnTo>
                  <a:lnTo>
                    <a:pt x="405" y="262"/>
                  </a:lnTo>
                  <a:lnTo>
                    <a:pt x="415" y="250"/>
                  </a:lnTo>
                  <a:lnTo>
                    <a:pt x="425" y="237"/>
                  </a:lnTo>
                  <a:lnTo>
                    <a:pt x="433" y="223"/>
                  </a:lnTo>
                  <a:lnTo>
                    <a:pt x="438" y="206"/>
                  </a:lnTo>
                  <a:lnTo>
                    <a:pt x="440" y="190"/>
                  </a:lnTo>
                  <a:lnTo>
                    <a:pt x="440" y="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34" name="图形">
              <a:extLst>
                <a:ext uri="{FF2B5EF4-FFF2-40B4-BE49-F238E27FC236}">
                  <a16:creationId xmlns:a16="http://schemas.microsoft.com/office/drawing/2014/main" id="{2FD20526-875A-FDCC-E685-C754FB59E12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3284538" y="4183063"/>
              <a:ext cx="492125" cy="487363"/>
            </a:xfrm>
            <a:custGeom>
              <a:avLst/>
              <a:gdLst>
                <a:gd name="T0" fmla="*/ 155 w 310"/>
                <a:gd name="T1" fmla="*/ 0 h 307"/>
                <a:gd name="T2" fmla="*/ 124 w 310"/>
                <a:gd name="T3" fmla="*/ 2 h 307"/>
                <a:gd name="T4" fmla="*/ 95 w 310"/>
                <a:gd name="T5" fmla="*/ 12 h 307"/>
                <a:gd name="T6" fmla="*/ 68 w 310"/>
                <a:gd name="T7" fmla="*/ 27 h 307"/>
                <a:gd name="T8" fmla="*/ 46 w 310"/>
                <a:gd name="T9" fmla="*/ 45 h 307"/>
                <a:gd name="T10" fmla="*/ 27 w 310"/>
                <a:gd name="T11" fmla="*/ 68 h 307"/>
                <a:gd name="T12" fmla="*/ 13 w 310"/>
                <a:gd name="T13" fmla="*/ 95 h 307"/>
                <a:gd name="T14" fmla="*/ 4 w 310"/>
                <a:gd name="T15" fmla="*/ 124 h 307"/>
                <a:gd name="T16" fmla="*/ 0 w 310"/>
                <a:gd name="T17" fmla="*/ 155 h 307"/>
                <a:gd name="T18" fmla="*/ 2 w 310"/>
                <a:gd name="T19" fmla="*/ 169 h 307"/>
                <a:gd name="T20" fmla="*/ 8 w 310"/>
                <a:gd name="T21" fmla="*/ 200 h 307"/>
                <a:gd name="T22" fmla="*/ 19 w 310"/>
                <a:gd name="T23" fmla="*/ 227 h 307"/>
                <a:gd name="T24" fmla="*/ 35 w 310"/>
                <a:gd name="T25" fmla="*/ 252 h 307"/>
                <a:gd name="T26" fmla="*/ 58 w 310"/>
                <a:gd name="T27" fmla="*/ 272 h 307"/>
                <a:gd name="T28" fmla="*/ 83 w 310"/>
                <a:gd name="T29" fmla="*/ 289 h 307"/>
                <a:gd name="T30" fmla="*/ 109 w 310"/>
                <a:gd name="T31" fmla="*/ 301 h 307"/>
                <a:gd name="T32" fmla="*/ 140 w 310"/>
                <a:gd name="T33" fmla="*/ 307 h 307"/>
                <a:gd name="T34" fmla="*/ 155 w 310"/>
                <a:gd name="T35" fmla="*/ 307 h 307"/>
                <a:gd name="T36" fmla="*/ 186 w 310"/>
                <a:gd name="T37" fmla="*/ 305 h 307"/>
                <a:gd name="T38" fmla="*/ 215 w 310"/>
                <a:gd name="T39" fmla="*/ 297 h 307"/>
                <a:gd name="T40" fmla="*/ 242 w 310"/>
                <a:gd name="T41" fmla="*/ 282 h 307"/>
                <a:gd name="T42" fmla="*/ 264 w 310"/>
                <a:gd name="T43" fmla="*/ 264 h 307"/>
                <a:gd name="T44" fmla="*/ 283 w 310"/>
                <a:gd name="T45" fmla="*/ 241 h 307"/>
                <a:gd name="T46" fmla="*/ 297 w 310"/>
                <a:gd name="T47" fmla="*/ 214 h 307"/>
                <a:gd name="T48" fmla="*/ 306 w 310"/>
                <a:gd name="T49" fmla="*/ 185 h 307"/>
                <a:gd name="T50" fmla="*/ 310 w 310"/>
                <a:gd name="T51" fmla="*/ 155 h 307"/>
                <a:gd name="T52" fmla="*/ 310 w 310"/>
                <a:gd name="T53" fmla="*/ 138 h 307"/>
                <a:gd name="T54" fmla="*/ 303 w 310"/>
                <a:gd name="T55" fmla="*/ 107 h 307"/>
                <a:gd name="T56" fmla="*/ 291 w 310"/>
                <a:gd name="T57" fmla="*/ 80 h 307"/>
                <a:gd name="T58" fmla="*/ 275 w 310"/>
                <a:gd name="T59" fmla="*/ 56 h 307"/>
                <a:gd name="T60" fmla="*/ 254 w 310"/>
                <a:gd name="T61" fmla="*/ 35 h 307"/>
                <a:gd name="T62" fmla="*/ 229 w 310"/>
                <a:gd name="T63" fmla="*/ 18 h 307"/>
                <a:gd name="T64" fmla="*/ 200 w 310"/>
                <a:gd name="T65" fmla="*/ 6 h 307"/>
                <a:gd name="T66" fmla="*/ 171 w 310"/>
                <a:gd name="T67" fmla="*/ 0 h 307"/>
                <a:gd name="T68" fmla="*/ 155 w 310"/>
                <a:gd name="T6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0" h="307">
                  <a:moveTo>
                    <a:pt x="155" y="0"/>
                  </a:moveTo>
                  <a:lnTo>
                    <a:pt x="155" y="0"/>
                  </a:lnTo>
                  <a:lnTo>
                    <a:pt x="140" y="0"/>
                  </a:lnTo>
                  <a:lnTo>
                    <a:pt x="124" y="2"/>
                  </a:lnTo>
                  <a:lnTo>
                    <a:pt x="109" y="6"/>
                  </a:lnTo>
                  <a:lnTo>
                    <a:pt x="95" y="12"/>
                  </a:lnTo>
                  <a:lnTo>
                    <a:pt x="83" y="18"/>
                  </a:lnTo>
                  <a:lnTo>
                    <a:pt x="68" y="27"/>
                  </a:lnTo>
                  <a:lnTo>
                    <a:pt x="58" y="35"/>
                  </a:lnTo>
                  <a:lnTo>
                    <a:pt x="46" y="45"/>
                  </a:lnTo>
                  <a:lnTo>
                    <a:pt x="35" y="56"/>
                  </a:lnTo>
                  <a:lnTo>
                    <a:pt x="27" y="68"/>
                  </a:lnTo>
                  <a:lnTo>
                    <a:pt x="19" y="80"/>
                  </a:lnTo>
                  <a:lnTo>
                    <a:pt x="13" y="95"/>
                  </a:lnTo>
                  <a:lnTo>
                    <a:pt x="8" y="107"/>
                  </a:lnTo>
                  <a:lnTo>
                    <a:pt x="4" y="124"/>
                  </a:lnTo>
                  <a:lnTo>
                    <a:pt x="2" y="138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2" y="169"/>
                  </a:lnTo>
                  <a:lnTo>
                    <a:pt x="4" y="185"/>
                  </a:lnTo>
                  <a:lnTo>
                    <a:pt x="8" y="200"/>
                  </a:lnTo>
                  <a:lnTo>
                    <a:pt x="13" y="214"/>
                  </a:lnTo>
                  <a:lnTo>
                    <a:pt x="19" y="227"/>
                  </a:lnTo>
                  <a:lnTo>
                    <a:pt x="27" y="241"/>
                  </a:lnTo>
                  <a:lnTo>
                    <a:pt x="35" y="252"/>
                  </a:lnTo>
                  <a:lnTo>
                    <a:pt x="46" y="264"/>
                  </a:lnTo>
                  <a:lnTo>
                    <a:pt x="58" y="272"/>
                  </a:lnTo>
                  <a:lnTo>
                    <a:pt x="68" y="282"/>
                  </a:lnTo>
                  <a:lnTo>
                    <a:pt x="83" y="289"/>
                  </a:lnTo>
                  <a:lnTo>
                    <a:pt x="95" y="297"/>
                  </a:lnTo>
                  <a:lnTo>
                    <a:pt x="109" y="301"/>
                  </a:lnTo>
                  <a:lnTo>
                    <a:pt x="124" y="305"/>
                  </a:lnTo>
                  <a:lnTo>
                    <a:pt x="140" y="307"/>
                  </a:lnTo>
                  <a:lnTo>
                    <a:pt x="155" y="307"/>
                  </a:lnTo>
                  <a:lnTo>
                    <a:pt x="155" y="307"/>
                  </a:lnTo>
                  <a:lnTo>
                    <a:pt x="171" y="307"/>
                  </a:lnTo>
                  <a:lnTo>
                    <a:pt x="186" y="305"/>
                  </a:lnTo>
                  <a:lnTo>
                    <a:pt x="200" y="301"/>
                  </a:lnTo>
                  <a:lnTo>
                    <a:pt x="215" y="297"/>
                  </a:lnTo>
                  <a:lnTo>
                    <a:pt x="229" y="289"/>
                  </a:lnTo>
                  <a:lnTo>
                    <a:pt x="242" y="282"/>
                  </a:lnTo>
                  <a:lnTo>
                    <a:pt x="254" y="272"/>
                  </a:lnTo>
                  <a:lnTo>
                    <a:pt x="264" y="264"/>
                  </a:lnTo>
                  <a:lnTo>
                    <a:pt x="275" y="252"/>
                  </a:lnTo>
                  <a:lnTo>
                    <a:pt x="283" y="241"/>
                  </a:lnTo>
                  <a:lnTo>
                    <a:pt x="291" y="227"/>
                  </a:lnTo>
                  <a:lnTo>
                    <a:pt x="297" y="214"/>
                  </a:lnTo>
                  <a:lnTo>
                    <a:pt x="303" y="200"/>
                  </a:lnTo>
                  <a:lnTo>
                    <a:pt x="306" y="185"/>
                  </a:lnTo>
                  <a:lnTo>
                    <a:pt x="310" y="169"/>
                  </a:lnTo>
                  <a:lnTo>
                    <a:pt x="310" y="155"/>
                  </a:lnTo>
                  <a:lnTo>
                    <a:pt x="310" y="155"/>
                  </a:lnTo>
                  <a:lnTo>
                    <a:pt x="310" y="138"/>
                  </a:lnTo>
                  <a:lnTo>
                    <a:pt x="306" y="124"/>
                  </a:lnTo>
                  <a:lnTo>
                    <a:pt x="303" y="107"/>
                  </a:lnTo>
                  <a:lnTo>
                    <a:pt x="297" y="95"/>
                  </a:lnTo>
                  <a:lnTo>
                    <a:pt x="291" y="80"/>
                  </a:lnTo>
                  <a:lnTo>
                    <a:pt x="283" y="68"/>
                  </a:lnTo>
                  <a:lnTo>
                    <a:pt x="275" y="56"/>
                  </a:lnTo>
                  <a:lnTo>
                    <a:pt x="264" y="45"/>
                  </a:lnTo>
                  <a:lnTo>
                    <a:pt x="254" y="35"/>
                  </a:lnTo>
                  <a:lnTo>
                    <a:pt x="242" y="27"/>
                  </a:lnTo>
                  <a:lnTo>
                    <a:pt x="229" y="18"/>
                  </a:lnTo>
                  <a:lnTo>
                    <a:pt x="215" y="12"/>
                  </a:lnTo>
                  <a:lnTo>
                    <a:pt x="200" y="6"/>
                  </a:lnTo>
                  <a:lnTo>
                    <a:pt x="186" y="2"/>
                  </a:lnTo>
                  <a:lnTo>
                    <a:pt x="171" y="0"/>
                  </a:ln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061935"/>
      </p:ext>
    </p:extLst>
  </p:cSld>
  <p:clrMapOvr>
    <a:masterClrMapping/>
  </p:clrMapOvr>
  <p:transition spd="slow" advTm="194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直角三角形 34">
            <a:extLst>
              <a:ext uri="{FF2B5EF4-FFF2-40B4-BE49-F238E27FC236}">
                <a16:creationId xmlns:a16="http://schemas.microsoft.com/office/drawing/2014/main" id="{8243267D-1256-0CFF-64D6-F39EF636CA91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36" name="直角三角形 35">
            <a:extLst>
              <a:ext uri="{FF2B5EF4-FFF2-40B4-BE49-F238E27FC236}">
                <a16:creationId xmlns:a16="http://schemas.microsoft.com/office/drawing/2014/main" id="{453DF6DB-B880-0B73-9E98-5A1AB3D4169C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t="4277" r="530" b="14319"/>
          <a:stretch>
            <a:fillRect/>
          </a:stretch>
        </p:blipFill>
        <p:spPr>
          <a:xfrm>
            <a:off x="490484" y="471063"/>
            <a:ext cx="11211033" cy="6019801"/>
          </a:xfrm>
          <a:prstGeom prst="rect">
            <a:avLst/>
          </a:prstGeom>
          <a:effectLst>
            <a:outerShdw blurRad="355600" dist="139700" dir="2700000" algn="tl" rotWithShape="0">
              <a:prstClr val="black">
                <a:alpha val="61000"/>
              </a:prstClr>
            </a:outerShdw>
          </a:effectLst>
        </p:spPr>
      </p:pic>
      <p:grpSp>
        <p:nvGrpSpPr>
          <p:cNvPr id="44" name="组合 43">
            <a:extLst>
              <a:ext uri="{FF2B5EF4-FFF2-40B4-BE49-F238E27FC236}">
                <a16:creationId xmlns:a16="http://schemas.microsoft.com/office/drawing/2014/main" id="{D1811A94-85F6-5C09-67B0-53E6D4A47141}"/>
              </a:ext>
            </a:extLst>
          </p:cNvPr>
          <p:cNvGrpSpPr/>
          <p:nvPr/>
        </p:nvGrpSpPr>
        <p:grpSpPr>
          <a:xfrm>
            <a:off x="490537" y="471600"/>
            <a:ext cx="11210925" cy="6020640"/>
            <a:chOff x="490484" y="441120"/>
            <a:chExt cx="11211033" cy="6020641"/>
          </a:xfrm>
        </p:grpSpPr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32514AC8-B35F-F3AC-F30F-561AE794DC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E1F4A32-940D-476A-9F79-85EF1F007112}"/>
                </a:ext>
              </a:extLst>
            </p:cNvPr>
            <p:cNvSpPr/>
            <p:nvPr userDrawn="1"/>
          </p:nvSpPr>
          <p:spPr>
            <a:xfrm>
              <a:off x="490484" y="44112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307093" y="639606"/>
            <a:ext cx="17678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3204425" y="1081270"/>
            <a:ext cx="8012215" cy="13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405726" y="2469586"/>
            <a:ext cx="3830320" cy="689610"/>
            <a:chOff x="1674914" y="2108993"/>
            <a:chExt cx="3830320" cy="689610"/>
          </a:xfrm>
        </p:grpSpPr>
        <p:grpSp>
          <p:nvGrpSpPr>
            <p:cNvPr id="15" name="组合 14"/>
            <p:cNvGrpSpPr/>
            <p:nvPr>
              <p:custDataLst>
                <p:tags r:id="rId13"/>
              </p:custDataLst>
            </p:nvPr>
          </p:nvGrpSpPr>
          <p:grpSpPr>
            <a:xfrm>
              <a:off x="1674914" y="2108993"/>
              <a:ext cx="3830320" cy="689610"/>
              <a:chOff x="1846052" y="3107690"/>
              <a:chExt cx="3830320" cy="689610"/>
            </a:xfrm>
          </p:grpSpPr>
          <p:sp>
            <p:nvSpPr>
              <p:cNvPr id="16" name="矩形 15"/>
              <p:cNvSpPr/>
              <p:nvPr userDrawn="1">
                <p:custDataLst>
                  <p:tags r:id="rId15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16"/>
                </p:custDataLst>
              </p:nvPr>
            </p:nvSpPr>
            <p:spPr>
              <a:xfrm>
                <a:off x="1849862" y="3107690"/>
                <a:ext cx="688340" cy="68961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0" name="文本框 29"/>
            <p:cNvSpPr txBox="1"/>
            <p:nvPr>
              <p:custDataLst>
                <p:tags r:id="rId14"/>
              </p:custDataLst>
            </p:nvPr>
          </p:nvSpPr>
          <p:spPr>
            <a:xfrm>
              <a:off x="2676072" y="2232333"/>
              <a:ext cx="24694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405726" y="3796331"/>
            <a:ext cx="3830320" cy="688340"/>
            <a:chOff x="1674914" y="3237560"/>
            <a:chExt cx="3830320" cy="688340"/>
          </a:xfrm>
        </p:grpSpPr>
        <p:grpSp>
          <p:nvGrpSpPr>
            <p:cNvPr id="18" name="组合 17"/>
            <p:cNvGrpSpPr/>
            <p:nvPr>
              <p:custDataLst>
                <p:tags r:id="rId9"/>
              </p:custDataLst>
            </p:nvPr>
          </p:nvGrpSpPr>
          <p:grpSpPr>
            <a:xfrm>
              <a:off x="1674914" y="3237560"/>
              <a:ext cx="3830320" cy="688340"/>
              <a:chOff x="1846052" y="3107690"/>
              <a:chExt cx="3830320" cy="688340"/>
            </a:xfrm>
          </p:grpSpPr>
          <p:sp>
            <p:nvSpPr>
              <p:cNvPr id="19" name="矩形 18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 userDrawn="1">
                <p:custDataLst>
                  <p:tags r:id="rId12"/>
                </p:custDataLst>
              </p:nvPr>
            </p:nvSpPr>
            <p:spPr>
              <a:xfrm>
                <a:off x="1846052" y="3107690"/>
                <a:ext cx="688340" cy="68834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algn="ctr" defTabSz="914400" rtl="0" eaLnBrk="1" latinLnBrk="0" hangingPunct="1"/>
                <a:r>
                  <a:rPr lang="en-US" altLang="zh-CN" sz="2800" b="1" kern="12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02</a:t>
                </a:r>
                <a:endParaRPr lang="zh-CN" altLang="en-US" sz="2800" b="1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2" name="文本框 31"/>
            <p:cNvSpPr txBox="1"/>
            <p:nvPr>
              <p:custDataLst>
                <p:tags r:id="rId10"/>
              </p:custDataLst>
            </p:nvPr>
          </p:nvSpPr>
          <p:spPr>
            <a:xfrm>
              <a:off x="2681901" y="3383693"/>
              <a:ext cx="2676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6470553" y="2477555"/>
            <a:ext cx="4422919" cy="688340"/>
            <a:chOff x="6515627" y="2553924"/>
            <a:chExt cx="3830320" cy="688340"/>
          </a:xfrm>
        </p:grpSpPr>
        <p:grpSp>
          <p:nvGrpSpPr>
            <p:cNvPr id="24" name="组合 23"/>
            <p:cNvGrpSpPr/>
            <p:nvPr>
              <p:custDataLst>
                <p:tags r:id="rId5"/>
              </p:custDataLst>
            </p:nvPr>
          </p:nvGrpSpPr>
          <p:grpSpPr>
            <a:xfrm>
              <a:off x="6515627" y="2553924"/>
              <a:ext cx="3830320" cy="688340"/>
              <a:chOff x="1846052" y="3107690"/>
              <a:chExt cx="3830320" cy="688340"/>
            </a:xfrm>
          </p:grpSpPr>
          <p:sp>
            <p:nvSpPr>
              <p:cNvPr id="25" name="矩形 24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 userDrawn="1">
                <p:custDataLst>
                  <p:tags r:id="rId8"/>
                </p:custDataLst>
              </p:nvPr>
            </p:nvSpPr>
            <p:spPr>
              <a:xfrm>
                <a:off x="1846052" y="3107690"/>
                <a:ext cx="688340" cy="68834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algn="ctr" defTabSz="914400" rtl="0" eaLnBrk="1" latinLnBrk="0" hangingPunct="1"/>
                <a:r>
                  <a:rPr lang="en-US" altLang="zh-CN" sz="2800" b="1" kern="12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03</a:t>
                </a:r>
                <a:endParaRPr lang="zh-CN" altLang="en-US" sz="2800" b="1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8" name="文本框 37"/>
            <p:cNvSpPr txBox="1"/>
            <p:nvPr>
              <p:custDataLst>
                <p:tags r:id="rId6"/>
              </p:custDataLst>
            </p:nvPr>
          </p:nvSpPr>
          <p:spPr>
            <a:xfrm>
              <a:off x="7443346" y="2667261"/>
              <a:ext cx="2676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6470553" y="3796331"/>
            <a:ext cx="4422919" cy="688340"/>
            <a:chOff x="6515627" y="2553924"/>
            <a:chExt cx="3830320" cy="688340"/>
          </a:xfrm>
        </p:grpSpPr>
        <p:grpSp>
          <p:nvGrpSpPr>
            <p:cNvPr id="37" name="组合 36"/>
            <p:cNvGrpSpPr/>
            <p:nvPr>
              <p:custDataLst>
                <p:tags r:id="rId1"/>
              </p:custDataLst>
            </p:nvPr>
          </p:nvGrpSpPr>
          <p:grpSpPr>
            <a:xfrm>
              <a:off x="6515627" y="2553924"/>
              <a:ext cx="3830320" cy="688340"/>
              <a:chOff x="1846052" y="3107690"/>
              <a:chExt cx="3830320" cy="688340"/>
            </a:xfrm>
          </p:grpSpPr>
          <p:sp>
            <p:nvSpPr>
              <p:cNvPr id="42" name="矩形 41"/>
              <p:cNvSpPr/>
              <p:nvPr userDrawn="1">
                <p:custDataLst>
                  <p:tags r:id="rId3"/>
                </p:custDataLst>
              </p:nvPr>
            </p:nvSpPr>
            <p:spPr>
              <a:xfrm>
                <a:off x="1846052" y="3107690"/>
                <a:ext cx="3830320" cy="688340"/>
              </a:xfrm>
              <a:prstGeom prst="rect">
                <a:avLst/>
              </a:prstGeom>
              <a:noFill/>
              <a:ln>
                <a:solidFill>
                  <a:srgbClr val="004C9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 42"/>
              <p:cNvSpPr/>
              <p:nvPr userDrawn="1">
                <p:custDataLst>
                  <p:tags r:id="rId4"/>
                </p:custDataLst>
              </p:nvPr>
            </p:nvSpPr>
            <p:spPr>
              <a:xfrm>
                <a:off x="1846052" y="3107690"/>
                <a:ext cx="688340" cy="688340"/>
              </a:xfrm>
              <a:prstGeom prst="rect">
                <a:avLst/>
              </a:prstGeom>
              <a:solidFill>
                <a:srgbClr val="004C9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algn="ctr" defTabSz="914400" rtl="0" eaLnBrk="1" latinLnBrk="0" hangingPunct="1"/>
                <a:r>
                  <a:rPr lang="en-US" altLang="zh-CN" sz="2800" b="1" kern="1200" dirty="0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04</a:t>
                </a:r>
                <a:endParaRPr lang="zh-CN" altLang="en-US" sz="2800" b="1" kern="12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1" name="文本框 40"/>
            <p:cNvSpPr txBox="1"/>
            <p:nvPr>
              <p:custDataLst>
                <p:tags r:id="rId2"/>
              </p:custDataLst>
            </p:nvPr>
          </p:nvSpPr>
          <p:spPr>
            <a:xfrm>
              <a:off x="7443346" y="2667261"/>
              <a:ext cx="26760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</p:grpSp>
    </p:spTree>
  </p:cSld>
  <p:clrMapOvr>
    <a:masterClrMapping/>
  </p:clrMapOvr>
  <p:transition spd="slow" advTm="138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0BA5D-FD82-9C9A-06D5-40E93EA55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1C504C8E-D69A-646D-E68C-4DC36B38BC6B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F33E5250-A016-8B6E-1303-9DEECC10A145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ED78FAF-563D-9E9D-8197-D9C38CE77709}"/>
              </a:ext>
            </a:extLst>
          </p:cNvPr>
          <p:cNvGrpSpPr/>
          <p:nvPr/>
        </p:nvGrpSpPr>
        <p:grpSpPr>
          <a:xfrm>
            <a:off x="490537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1D8867-6011-0272-3B1B-1E99FE348C7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1848868-C5EB-90D3-D420-F2394F8A58D6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D345E26E-3FCB-56A9-4463-0A159BAA4BAC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1F78C2C-42D1-399C-4E74-FCD0E8FE54F6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981C1B59-6F9A-B368-C36A-90ABA429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B70E4-4101-7423-812F-07DB5B29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132996"/>
            <a:ext cx="2743200" cy="365125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0F204C7-A608-2F2F-BBFB-A1886D16376F}"/>
              </a:ext>
            </a:extLst>
          </p:cNvPr>
          <p:cNvSpPr txBox="1"/>
          <p:nvPr/>
        </p:nvSpPr>
        <p:spPr>
          <a:xfrm>
            <a:off x="903378" y="1015811"/>
            <a:ext cx="1611185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游戏规则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22BC65B-CD55-634B-E87B-E2911605997D}"/>
              </a:ext>
            </a:extLst>
          </p:cNvPr>
          <p:cNvGrpSpPr/>
          <p:nvPr/>
        </p:nvGrpSpPr>
        <p:grpSpPr>
          <a:xfrm>
            <a:off x="1335378" y="587556"/>
            <a:ext cx="9324465" cy="400110"/>
            <a:chOff x="1335378" y="587556"/>
            <a:chExt cx="9324465" cy="40011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07E699E-A77A-D484-F66C-F1B3D133F8ED}"/>
                </a:ext>
              </a:extLst>
            </p:cNvPr>
            <p:cNvSpPr txBox="1"/>
            <p:nvPr/>
          </p:nvSpPr>
          <p:spPr>
            <a:xfrm>
              <a:off x="1488855" y="587556"/>
              <a:ext cx="1969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E6303BD-3C2B-3549-71B3-882362EE8524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D01E4B2-BD49-F918-A5D7-E907703D31A0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9802F69-B09A-02A2-03E7-A06A770790D6}"/>
                </a:ext>
              </a:extLst>
            </p:cNvPr>
            <p:cNvSpPr txBox="1"/>
            <p:nvPr/>
          </p:nvSpPr>
          <p:spPr>
            <a:xfrm>
              <a:off x="9305441" y="587556"/>
              <a:ext cx="13544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CA99B5D2-20D0-43A5-775F-676C42A0F324}"/>
                </a:ext>
              </a:extLst>
            </p:cNvPr>
            <p:cNvSpPr/>
            <p:nvPr/>
          </p:nvSpPr>
          <p:spPr>
            <a:xfrm rot="5400000">
              <a:off x="1322071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2" name="椭圆 31">
            <a:extLst>
              <a:ext uri="{FF2B5EF4-FFF2-40B4-BE49-F238E27FC236}">
                <a16:creationId xmlns:a16="http://schemas.microsoft.com/office/drawing/2014/main" id="{36E4FE7F-5759-35E3-7C7F-F87337AC1E77}"/>
              </a:ext>
            </a:extLst>
          </p:cNvPr>
          <p:cNvSpPr/>
          <p:nvPr/>
        </p:nvSpPr>
        <p:spPr>
          <a:xfrm>
            <a:off x="685050" y="2716990"/>
            <a:ext cx="1521600" cy="15228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BBD7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9078196E-5796-4ED6-E2D6-792075A16C6E}"/>
              </a:ext>
            </a:extLst>
          </p:cNvPr>
          <p:cNvSpPr/>
          <p:nvPr/>
        </p:nvSpPr>
        <p:spPr>
          <a:xfrm>
            <a:off x="899088" y="2936590"/>
            <a:ext cx="1085075" cy="1083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游戏规则</a:t>
            </a:r>
          </a:p>
        </p:txBody>
      </p:sp>
      <p:graphicFrame>
        <p:nvGraphicFramePr>
          <p:cNvPr id="36" name="图示 35">
            <a:extLst>
              <a:ext uri="{FF2B5EF4-FFF2-40B4-BE49-F238E27FC236}">
                <a16:creationId xmlns:a16="http://schemas.microsoft.com/office/drawing/2014/main" id="{D29DC32E-EB8C-4BFA-54CD-253758D6AA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4517434"/>
              </p:ext>
            </p:extLst>
          </p:nvPr>
        </p:nvGraphicFramePr>
        <p:xfrm>
          <a:off x="2976271" y="1697479"/>
          <a:ext cx="8530679" cy="3755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37" name="梯形 36">
            <a:extLst>
              <a:ext uri="{FF2B5EF4-FFF2-40B4-BE49-F238E27FC236}">
                <a16:creationId xmlns:a16="http://schemas.microsoft.com/office/drawing/2014/main" id="{B84E9CEC-30AE-929C-D85B-AD438562B7BE}"/>
              </a:ext>
            </a:extLst>
          </p:cNvPr>
          <p:cNvSpPr/>
          <p:nvPr/>
        </p:nvSpPr>
        <p:spPr>
          <a:xfrm rot="16200000">
            <a:off x="1059985" y="3015333"/>
            <a:ext cx="3395001" cy="970496"/>
          </a:xfrm>
          <a:prstGeom prst="trapezoid">
            <a:avLst>
              <a:gd name="adj" fmla="val 143732"/>
            </a:avLst>
          </a:prstGeom>
          <a:gradFill>
            <a:gsLst>
              <a:gs pos="72446">
                <a:srgbClr val="B6D3EC"/>
              </a:gs>
              <a:gs pos="0">
                <a:schemeClr val="accent1">
                  <a:lumMod val="5000"/>
                  <a:lumOff val="95000"/>
                </a:schemeClr>
              </a:gs>
              <a:gs pos="65000">
                <a:schemeClr val="accent1">
                  <a:lumMod val="45000"/>
                  <a:lumOff val="55000"/>
                </a:schemeClr>
              </a:gs>
              <a:gs pos="52000">
                <a:schemeClr val="accent1">
                  <a:lumMod val="45000"/>
                  <a:lumOff val="55000"/>
                </a:schemeClr>
              </a:gs>
              <a:gs pos="100000">
                <a:srgbClr val="5B9BD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06" y="2711109"/>
            <a:ext cx="1378944" cy="137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45274"/>
      </p:ext>
    </p:extLst>
  </p:cSld>
  <p:clrMapOvr>
    <a:masterClrMapping/>
  </p:clrMapOvr>
  <p:transition spd="slow" advTm="28673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A140-4230-A367-CCBA-1F1A10F1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A70FA8AF-F25D-6646-60C4-76AE2171DAE0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EBC907C5-70B8-6EA1-885E-2AAA141AEFBA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981D7AD-529D-D006-0F58-947A6679849A}"/>
              </a:ext>
            </a:extLst>
          </p:cNvPr>
          <p:cNvGrpSpPr/>
          <p:nvPr/>
        </p:nvGrpSpPr>
        <p:grpSpPr>
          <a:xfrm>
            <a:off x="490537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25E550D-17F1-9128-3C34-08CC4B09245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B1946B7-6907-0D61-1667-05C4C1F4BF95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4BC3773-4E45-FA77-0A9D-47276D1A7F1E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D667459-B7A3-D3E0-33FF-E97AF743BF92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E35E0935-A682-B78C-E09B-18D8F3BF5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935D2B-B066-4CE5-8546-9849587B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F142F0-D94E-500B-B7F3-615A7414010C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游戏玩法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3B06973-848E-3AF6-72C8-22A05AADD306}"/>
              </a:ext>
            </a:extLst>
          </p:cNvPr>
          <p:cNvGrpSpPr/>
          <p:nvPr/>
        </p:nvGrpSpPr>
        <p:grpSpPr>
          <a:xfrm>
            <a:off x="925233" y="1630342"/>
            <a:ext cx="2484772" cy="1589688"/>
            <a:chOff x="996758" y="1315280"/>
            <a:chExt cx="2702406" cy="2134502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9167E129-DD6D-3CE1-BB7E-952985E3BF27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</p:grpSpPr>
          <p:grpSp>
            <p:nvGrpSpPr>
              <p:cNvPr id="70" name="组合 69">
                <a:extLst>
                  <a:ext uri="{FF2B5EF4-FFF2-40B4-BE49-F238E27FC236}">
                    <a16:creationId xmlns:a16="http://schemas.microsoft.com/office/drawing/2014/main" id="{4615CDEE-E970-CE89-8798-9F20D42A296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</p:grpSpPr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46CBE54-B5C6-668C-FA0E-6A3E89B1E81B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74" name="图片 73">
                  <a:extLst>
                    <a:ext uri="{FF2B5EF4-FFF2-40B4-BE49-F238E27FC236}">
                      <a16:creationId xmlns:a16="http://schemas.microsoft.com/office/drawing/2014/main" id="{F04D3CF4-726E-BA42-D419-CFA76FD13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</p:spPr>
            </p:pic>
          </p:grpSp>
          <p:sp>
            <p:nvSpPr>
              <p:cNvPr id="71" name="矩形: 圆角 39">
                <a:extLst>
                  <a:ext uri="{FF2B5EF4-FFF2-40B4-BE49-F238E27FC236}">
                    <a16:creationId xmlns:a16="http://schemas.microsoft.com/office/drawing/2014/main" id="{1692F19A-F8C8-08AD-C803-3BE2C16E02A9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solidFill>
                <a:srgbClr val="FFEBEB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圆角矩形 7">
                <a:extLst>
                  <a:ext uri="{FF2B5EF4-FFF2-40B4-BE49-F238E27FC236}">
                    <a16:creationId xmlns:a16="http://schemas.microsoft.com/office/drawing/2014/main" id="{1B27F5D7-AB4D-BA34-A485-951494AD0B81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solidFill>
                <a:srgbClr val="FFF3F3"/>
              </a:solidFill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A96251FC-029B-0D24-D467-E2435437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941" y="1686986"/>
              <a:ext cx="1338282" cy="13002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8E7D29C-8050-B736-D279-3E09F60F1CD5}"/>
                </a:ext>
              </a:extLst>
            </p:cNvPr>
            <p:cNvSpPr txBox="1"/>
            <p:nvPr/>
          </p:nvSpPr>
          <p:spPr>
            <a:xfrm>
              <a:off x="2695775" y="1755721"/>
              <a:ext cx="889390" cy="8603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移动机制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B00219F-9E73-CC37-52F8-AAB19B4B88C0}"/>
              </a:ext>
            </a:extLst>
          </p:cNvPr>
          <p:cNvGrpSpPr/>
          <p:nvPr/>
        </p:nvGrpSpPr>
        <p:grpSpPr>
          <a:xfrm>
            <a:off x="1335378" y="587556"/>
            <a:ext cx="9324465" cy="400110"/>
            <a:chOff x="1335378" y="587556"/>
            <a:chExt cx="9324465" cy="40011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97F4D30-F50C-4F8E-E9DE-887DB39B868D}"/>
                </a:ext>
              </a:extLst>
            </p:cNvPr>
            <p:cNvSpPr txBox="1"/>
            <p:nvPr/>
          </p:nvSpPr>
          <p:spPr>
            <a:xfrm>
              <a:off x="1488855" y="587556"/>
              <a:ext cx="1969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E64105-B5FC-6E41-86B1-6AA04E02BA59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3DEF032-610E-BBEE-A5DA-25C3862119ED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75AF3DBD-DAFC-4811-9EED-558A4F1567C1}"/>
                </a:ext>
              </a:extLst>
            </p:cNvPr>
            <p:cNvSpPr txBox="1"/>
            <p:nvPr/>
          </p:nvSpPr>
          <p:spPr>
            <a:xfrm>
              <a:off x="9315460" y="587556"/>
              <a:ext cx="13443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28" name="等腰三角形 27">
              <a:extLst>
                <a:ext uri="{FF2B5EF4-FFF2-40B4-BE49-F238E27FC236}">
                  <a16:creationId xmlns:a16="http://schemas.microsoft.com/office/drawing/2014/main" id="{130C51A1-18C2-91BA-B09F-0B959AE3593D}"/>
                </a:ext>
              </a:extLst>
            </p:cNvPr>
            <p:cNvSpPr/>
            <p:nvPr/>
          </p:nvSpPr>
          <p:spPr>
            <a:xfrm rot="5400000">
              <a:off x="1322071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5" name="矩形: 圆角 39">
            <a:extLst>
              <a:ext uri="{FF2B5EF4-FFF2-40B4-BE49-F238E27FC236}">
                <a16:creationId xmlns:a16="http://schemas.microsoft.com/office/drawing/2014/main" id="{1692F19A-F8C8-08AD-C803-3BE2C16E02A9}"/>
              </a:ext>
            </a:extLst>
          </p:cNvPr>
          <p:cNvSpPr/>
          <p:nvPr/>
        </p:nvSpPr>
        <p:spPr>
          <a:xfrm>
            <a:off x="3361155" y="1918492"/>
            <a:ext cx="4286518" cy="1046613"/>
          </a:xfrm>
          <a:prstGeom prst="roundRect">
            <a:avLst>
              <a:gd name="adj" fmla="val 5364"/>
            </a:avLst>
          </a:prstGeom>
          <a:solidFill>
            <a:srgbClr val="FF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23939" y="1984960"/>
            <a:ext cx="4305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每次移动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个单位（约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像素）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移动速度随速度等级提升（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移动过程中可以改变方向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3B06973-848E-3AF6-72C8-22A05AADD306}"/>
              </a:ext>
            </a:extLst>
          </p:cNvPr>
          <p:cNvGrpSpPr/>
          <p:nvPr/>
        </p:nvGrpSpPr>
        <p:grpSpPr>
          <a:xfrm>
            <a:off x="925664" y="3263839"/>
            <a:ext cx="2435490" cy="1338654"/>
            <a:chOff x="996758" y="1315280"/>
            <a:chExt cx="2702406" cy="2134502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9167E129-DD6D-3CE1-BB7E-952985E3BF27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</p:grpSpPr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4615CDEE-E970-CE89-8798-9F20D42A296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</p:grpSpPr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546CBE54-B5C6-668C-FA0E-6A3E89B1E81B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64" name="图片 63">
                  <a:extLst>
                    <a:ext uri="{FF2B5EF4-FFF2-40B4-BE49-F238E27FC236}">
                      <a16:creationId xmlns:a16="http://schemas.microsoft.com/office/drawing/2014/main" id="{F04D3CF4-726E-BA42-D419-CFA76FD13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</p:spPr>
            </p:pic>
          </p:grpSp>
          <p:sp>
            <p:nvSpPr>
              <p:cNvPr id="61" name="矩形: 圆角 39">
                <a:extLst>
                  <a:ext uri="{FF2B5EF4-FFF2-40B4-BE49-F238E27FC236}">
                    <a16:creationId xmlns:a16="http://schemas.microsoft.com/office/drawing/2014/main" id="{1692F19A-F8C8-08AD-C803-3BE2C16E02A9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solidFill>
                <a:srgbClr val="E2F0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圆角矩形 7">
                <a:extLst>
                  <a:ext uri="{FF2B5EF4-FFF2-40B4-BE49-F238E27FC236}">
                    <a16:creationId xmlns:a16="http://schemas.microsoft.com/office/drawing/2014/main" id="{1B27F5D7-AB4D-BA34-A485-951494AD0B81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solidFill>
                <a:srgbClr val="E2F0D9"/>
              </a:solidFill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A96251FC-029B-0D24-D467-E2435437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941" y="1686986"/>
              <a:ext cx="1338282" cy="13002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88E7D29C-8050-B736-D279-3E09F60F1CD5}"/>
                </a:ext>
              </a:extLst>
            </p:cNvPr>
            <p:cNvSpPr txBox="1"/>
            <p:nvPr/>
          </p:nvSpPr>
          <p:spPr>
            <a:xfrm>
              <a:off x="2663240" y="1755873"/>
              <a:ext cx="889390" cy="860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炸弹系统</a:t>
              </a:r>
            </a:p>
          </p:txBody>
        </p:sp>
      </p:grpSp>
      <p:sp>
        <p:nvSpPr>
          <p:cNvPr id="85" name="矩形: 圆角 39">
            <a:extLst>
              <a:ext uri="{FF2B5EF4-FFF2-40B4-BE49-F238E27FC236}">
                <a16:creationId xmlns:a16="http://schemas.microsoft.com/office/drawing/2014/main" id="{1692F19A-F8C8-08AD-C803-3BE2C16E02A9}"/>
              </a:ext>
            </a:extLst>
          </p:cNvPr>
          <p:cNvSpPr/>
          <p:nvPr/>
        </p:nvSpPr>
        <p:spPr>
          <a:xfrm>
            <a:off x="3269851" y="3241136"/>
            <a:ext cx="7224484" cy="1382925"/>
          </a:xfrm>
          <a:prstGeom prst="roundRect">
            <a:avLst>
              <a:gd name="adj" fmla="val 5364"/>
            </a:avLst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3229093" y="3322696"/>
            <a:ext cx="7393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初始可同时放置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个炸弹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炸弹爆炸延迟：由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GameConstants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::BOMB_FUSE_TIME_MS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爆炸范围：初始上下左右各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个方块，随火力等级提升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爆炸伤害：碰到爆炸范围会受到伤害</a:t>
            </a: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E3B06973-848E-3AF6-72C8-22A05AADD306}"/>
              </a:ext>
            </a:extLst>
          </p:cNvPr>
          <p:cNvGrpSpPr/>
          <p:nvPr/>
        </p:nvGrpSpPr>
        <p:grpSpPr>
          <a:xfrm>
            <a:off x="949873" y="4682534"/>
            <a:ext cx="2435490" cy="1338654"/>
            <a:chOff x="996758" y="1315280"/>
            <a:chExt cx="2702406" cy="2134502"/>
          </a:xfrm>
          <a:solidFill>
            <a:srgbClr val="BDD7EE"/>
          </a:solidFill>
        </p:grpSpPr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9167E129-DD6D-3CE1-BB7E-952985E3BF27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615CDEE-E970-CE89-8798-9F20D42A296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  <a:grpFill/>
            </p:grpSpPr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546CBE54-B5C6-668C-FA0E-6A3E89B1E81B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grp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95" name="图片 94">
                  <a:extLst>
                    <a:ext uri="{FF2B5EF4-FFF2-40B4-BE49-F238E27FC236}">
                      <a16:creationId xmlns:a16="http://schemas.microsoft.com/office/drawing/2014/main" id="{F04D3CF4-726E-BA42-D419-CFA76FD13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92" name="矩形: 圆角 39">
                <a:extLst>
                  <a:ext uri="{FF2B5EF4-FFF2-40B4-BE49-F238E27FC236}">
                    <a16:creationId xmlns:a16="http://schemas.microsoft.com/office/drawing/2014/main" id="{1692F19A-F8C8-08AD-C803-3BE2C16E02A9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圆角矩形 7">
                <a:extLst>
                  <a:ext uri="{FF2B5EF4-FFF2-40B4-BE49-F238E27FC236}">
                    <a16:creationId xmlns:a16="http://schemas.microsoft.com/office/drawing/2014/main" id="{1B27F5D7-AB4D-BA34-A485-951494AD0B81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grpFill/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89" name="图片 88">
              <a:extLst>
                <a:ext uri="{FF2B5EF4-FFF2-40B4-BE49-F238E27FC236}">
                  <a16:creationId xmlns:a16="http://schemas.microsoft.com/office/drawing/2014/main" id="{A96251FC-029B-0D24-D467-E24354371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6668" y="1686987"/>
              <a:ext cx="904828" cy="1300259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88E7D29C-8050-B736-D279-3E09F60F1CD5}"/>
                </a:ext>
              </a:extLst>
            </p:cNvPr>
            <p:cNvSpPr txBox="1"/>
            <p:nvPr/>
          </p:nvSpPr>
          <p:spPr>
            <a:xfrm>
              <a:off x="2535259" y="1719212"/>
              <a:ext cx="889390" cy="132503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方块系统</a:t>
              </a:r>
            </a:p>
          </p:txBody>
        </p:sp>
      </p:grpSp>
      <p:sp>
        <p:nvSpPr>
          <p:cNvPr id="96" name="矩形: 圆角 39">
            <a:extLst>
              <a:ext uri="{FF2B5EF4-FFF2-40B4-BE49-F238E27FC236}">
                <a16:creationId xmlns:a16="http://schemas.microsoft.com/office/drawing/2014/main" id="{1692F19A-F8C8-08AD-C803-3BE2C16E02A9}"/>
              </a:ext>
            </a:extLst>
          </p:cNvPr>
          <p:cNvSpPr/>
          <p:nvPr/>
        </p:nvSpPr>
        <p:spPr>
          <a:xfrm>
            <a:off x="3385363" y="4816102"/>
            <a:ext cx="6435510" cy="1043760"/>
          </a:xfrm>
          <a:prstGeom prst="roundRect">
            <a:avLst>
              <a:gd name="adj" fmla="val 5364"/>
            </a:avLst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3316856" y="4888596"/>
            <a:ext cx="6269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墙（黑色石头） ：不可破坏，阻挡爆炸和移动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砖块（棕色木头）：可破坏，被炸弹或武器击中后消失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破坏砖块有几率掉落道具</a:t>
            </a:r>
          </a:p>
        </p:txBody>
      </p:sp>
    </p:spTree>
    <p:extLst>
      <p:ext uri="{BB962C8B-B14F-4D97-AF65-F5344CB8AC3E}">
        <p14:creationId xmlns:p14="http://schemas.microsoft.com/office/powerpoint/2010/main" val="5689285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E6C11-540F-01BE-9B5F-41BCB479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1802258E-B34E-CB7D-E1FC-9760E5EADDCB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DC0FBC00-EBB2-9482-E1AA-1F05EE61B574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935C2A6-8970-0AF4-6BB2-848F9C858AA4}"/>
              </a:ext>
            </a:extLst>
          </p:cNvPr>
          <p:cNvGrpSpPr/>
          <p:nvPr userDrawn="1"/>
        </p:nvGrpSpPr>
        <p:grpSpPr>
          <a:xfrm>
            <a:off x="490537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A0D3D57-A6E3-38A3-31B0-D261AEF3986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882E5724-1807-6ACF-B8CE-A01731E7ECB1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EED72BE-F5BA-7EB2-F1EB-546BBB9E1246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112854E-604D-12C9-09E2-926AEF048926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99B2B355-41CE-E918-BDFA-4B48AA4CA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4144E03-063A-BDFE-669F-C853B9F6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5D37582-6897-CBE6-DD96-0F2CD7CE46C8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创新设计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12EEE1-8CDD-4496-FE9A-462DA82F2AEE}"/>
              </a:ext>
            </a:extLst>
          </p:cNvPr>
          <p:cNvSpPr txBox="1"/>
          <p:nvPr/>
        </p:nvSpPr>
        <p:spPr>
          <a:xfrm>
            <a:off x="919480" y="1592244"/>
            <a:ext cx="728472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游戏中除了基础炸弹外，还有许多种特殊道具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F88116B-03CB-1CFC-4D62-AF1BAD92DE44}"/>
              </a:ext>
            </a:extLst>
          </p:cNvPr>
          <p:cNvSpPr txBox="1"/>
          <p:nvPr/>
        </p:nvSpPr>
        <p:spPr>
          <a:xfrm>
            <a:off x="1523460" y="2055116"/>
            <a:ext cx="6897526" cy="2224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激光枪：直线穿透所有可破坏砖块和敌人，不会被阻挡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喷火器：扇形火焰攻击，范围较广，可造成持续伤害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大锤子：对一行或一列造成不可阻挡破坏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护盾：提供一次伤害免疫机会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AC05C34-2910-16E8-4ADF-5DC9553DCE88}"/>
              </a:ext>
            </a:extLst>
          </p:cNvPr>
          <p:cNvGrpSpPr/>
          <p:nvPr/>
        </p:nvGrpSpPr>
        <p:grpSpPr>
          <a:xfrm>
            <a:off x="1335378" y="587556"/>
            <a:ext cx="9324465" cy="400110"/>
            <a:chOff x="1335378" y="587556"/>
            <a:chExt cx="9324465" cy="40011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FC331E7-DB6C-7DA0-2D06-28FCD63D0992}"/>
                </a:ext>
              </a:extLst>
            </p:cNvPr>
            <p:cNvSpPr txBox="1"/>
            <p:nvPr/>
          </p:nvSpPr>
          <p:spPr>
            <a:xfrm>
              <a:off x="1488855" y="587556"/>
              <a:ext cx="196961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3B03455-93A0-234D-3704-A565A261B7C6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2EE838C-EFE4-52E9-003F-A203341F16AD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D75A7C4-B51E-081B-8DD1-0ED2B0EE82E2}"/>
                </a:ext>
              </a:extLst>
            </p:cNvPr>
            <p:cNvSpPr txBox="1"/>
            <p:nvPr/>
          </p:nvSpPr>
          <p:spPr>
            <a:xfrm>
              <a:off x="9388549" y="587556"/>
              <a:ext cx="12712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</a:p>
          </p:txBody>
        </p:sp>
        <p:sp>
          <p:nvSpPr>
            <p:cNvPr id="22" name="等腰三角形 21">
              <a:extLst>
                <a:ext uri="{FF2B5EF4-FFF2-40B4-BE49-F238E27FC236}">
                  <a16:creationId xmlns:a16="http://schemas.microsoft.com/office/drawing/2014/main" id="{1736A800-34F3-4406-A795-489F482A4082}"/>
                </a:ext>
              </a:extLst>
            </p:cNvPr>
            <p:cNvSpPr/>
            <p:nvPr/>
          </p:nvSpPr>
          <p:spPr>
            <a:xfrm rot="5400000">
              <a:off x="1322071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20986" y="1443843"/>
            <a:ext cx="1298714" cy="131246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720" y="2439796"/>
            <a:ext cx="1068960" cy="10689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771" y="3147526"/>
            <a:ext cx="988975" cy="9889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661" y="3735072"/>
            <a:ext cx="861441" cy="86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8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4275D-2E69-1AAF-FDB6-34116C77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2AF682FA-81C2-6F88-52EA-C13316FB3F8E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B1954077-DA44-1934-B54E-B9585E641349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B44DA16-45C6-7820-A6AA-FC8EDDCB57CB}"/>
              </a:ext>
            </a:extLst>
          </p:cNvPr>
          <p:cNvGrpSpPr/>
          <p:nvPr/>
        </p:nvGrpSpPr>
        <p:grpSpPr>
          <a:xfrm>
            <a:off x="490538" y="36957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D9C535E-EFA7-2D25-BEEB-CDF7060F669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D9F4DD7-F86A-F0B9-A738-F45B08A379E8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0C47A4D-EC8A-3E2D-B59A-46A2FD28680B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9EE4F6E-BC82-8F34-8723-24FB78BA488B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5686F10E-F4D8-AA49-97C1-C7ECFF562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30E8126-FC1F-8229-114E-35871FD0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E90D90-56EF-02C7-7F83-EA30C2E9A243}"/>
              </a:ext>
            </a:extLst>
          </p:cNvPr>
          <p:cNvSpPr txBox="1"/>
          <p:nvPr/>
        </p:nvSpPr>
        <p:spPr>
          <a:xfrm>
            <a:off x="903378" y="1015811"/>
            <a:ext cx="307674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项目结构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AE7FEB-5D58-3552-E2F0-37D257DFEB53}"/>
              </a:ext>
            </a:extLst>
          </p:cNvPr>
          <p:cNvGrpSpPr/>
          <p:nvPr/>
        </p:nvGrpSpPr>
        <p:grpSpPr>
          <a:xfrm>
            <a:off x="768743" y="587556"/>
            <a:ext cx="9891100" cy="400110"/>
            <a:chOff x="768743" y="587556"/>
            <a:chExt cx="9891100" cy="400110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AB404FA-4853-8266-20CE-F432F9672730}"/>
                </a:ext>
              </a:extLst>
            </p:cNvPr>
            <p:cNvSpPr txBox="1"/>
            <p:nvPr/>
          </p:nvSpPr>
          <p:spPr>
            <a:xfrm>
              <a:off x="768743" y="587556"/>
              <a:ext cx="20181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6EA0E5C-D500-C08B-947F-C7EF762AE256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6D5719E-49E3-1B8F-DC78-3E48698424DC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B52EF11-69BD-3FF3-7972-FB086A68990E}"/>
                </a:ext>
              </a:extLst>
            </p:cNvPr>
            <p:cNvSpPr txBox="1"/>
            <p:nvPr/>
          </p:nvSpPr>
          <p:spPr>
            <a:xfrm>
              <a:off x="9305441" y="587556"/>
              <a:ext cx="13544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等腰三角形 34">
              <a:extLst>
                <a:ext uri="{FF2B5EF4-FFF2-40B4-BE49-F238E27FC236}">
                  <a16:creationId xmlns:a16="http://schemas.microsoft.com/office/drawing/2014/main" id="{0F8DA184-A06D-BD25-92BD-A36DE58DACB1}"/>
                </a:ext>
              </a:extLst>
            </p:cNvPr>
            <p:cNvSpPr/>
            <p:nvPr/>
          </p:nvSpPr>
          <p:spPr>
            <a:xfrm rot="5400000">
              <a:off x="4040637" y="713368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3" name="矩形 22"/>
          <p:cNvSpPr/>
          <p:nvPr/>
        </p:nvSpPr>
        <p:spPr>
          <a:xfrm>
            <a:off x="919480" y="2409276"/>
            <a:ext cx="44103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QTGames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icons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       # 游戏图标文件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music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        # 游戏音频文件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qtcreator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         #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配置文件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├──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main/        #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游戏核心代码文件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└── README.md       # 项目说明</a:t>
            </a:r>
          </a:p>
        </p:txBody>
      </p:sp>
      <p:sp>
        <p:nvSpPr>
          <p:cNvPr id="29" name="右箭头 28"/>
          <p:cNvSpPr/>
          <p:nvPr/>
        </p:nvSpPr>
        <p:spPr>
          <a:xfrm>
            <a:off x="5518485" y="2926568"/>
            <a:ext cx="1594556" cy="765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843" y="1523642"/>
            <a:ext cx="2152650" cy="42291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7031" y="1937893"/>
            <a:ext cx="1876425" cy="29813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85805731"/>
      </p:ext>
    </p:extLst>
  </p:cSld>
  <p:clrMapOvr>
    <a:masterClrMapping/>
  </p:clrMapOvr>
  <p:transition spd="slow" advTm="4362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13A4-CE9E-A602-C458-97CBA0A6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EBEDB0A5-FE6C-0BAC-2842-1E6767F56AC6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C170504E-D5C3-18DB-6DF3-4FAAD59FA7FC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AA27935-4D75-31B2-1E83-9BF2E672A293}"/>
              </a:ext>
            </a:extLst>
          </p:cNvPr>
          <p:cNvGrpSpPr/>
          <p:nvPr userDrawn="1"/>
        </p:nvGrpSpPr>
        <p:grpSpPr>
          <a:xfrm>
            <a:off x="490537" y="422564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A39A55-9561-BCCD-F86F-DFCE720C8B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AD0D3FC-BDE1-F865-FEBB-415D16711FCA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E22FDAC-B234-7BD3-B344-C24C629A25E2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4EEA264-1264-C9DB-BF0E-5C94FB1F05D5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6F9F1D23-7B09-F695-DB0F-D6CAD4566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1579CB-6251-5493-03BA-7683FD85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8CBCD4-6785-3156-9910-A0C5436EA628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项目流程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A47DFA-C3C7-440B-5D97-B2891E42DC28}"/>
              </a:ext>
            </a:extLst>
          </p:cNvPr>
          <p:cNvGrpSpPr/>
          <p:nvPr/>
        </p:nvGrpSpPr>
        <p:grpSpPr>
          <a:xfrm>
            <a:off x="768743" y="587556"/>
            <a:ext cx="9891100" cy="400110"/>
            <a:chOff x="768743" y="587556"/>
            <a:chExt cx="9891100" cy="40011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EADD66D-49F9-5855-C2B9-2912ED25E90C}"/>
                </a:ext>
              </a:extLst>
            </p:cNvPr>
            <p:cNvSpPr txBox="1"/>
            <p:nvPr/>
          </p:nvSpPr>
          <p:spPr>
            <a:xfrm>
              <a:off x="768743" y="587556"/>
              <a:ext cx="20181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73D6EC4-5E7F-7CD7-33E7-26F869BE713F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B71F86F-CAC4-645A-118E-02B2927A4E30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831FD1A-C96F-0758-A7B0-1C7E110CA9EC}"/>
                </a:ext>
              </a:extLst>
            </p:cNvPr>
            <p:cNvSpPr txBox="1"/>
            <p:nvPr/>
          </p:nvSpPr>
          <p:spPr>
            <a:xfrm>
              <a:off x="9305441" y="587556"/>
              <a:ext cx="13544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EEF2225F-9A50-8D99-081E-4C4279196577}"/>
                </a:ext>
              </a:extLst>
            </p:cNvPr>
            <p:cNvSpPr/>
            <p:nvPr/>
          </p:nvSpPr>
          <p:spPr>
            <a:xfrm rot="5400000">
              <a:off x="4020447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1805CA1C-74CE-8B64-9FA1-5C24F44518FB}"/>
              </a:ext>
            </a:extLst>
          </p:cNvPr>
          <p:cNvSpPr/>
          <p:nvPr/>
        </p:nvSpPr>
        <p:spPr>
          <a:xfrm>
            <a:off x="629648" y="4799840"/>
            <a:ext cx="4151939" cy="11727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F4A5D08-B6A5-1B59-2F7E-45ECC93BF6B8}"/>
              </a:ext>
            </a:extLst>
          </p:cNvPr>
          <p:cNvGrpSpPr/>
          <p:nvPr/>
        </p:nvGrpSpPr>
        <p:grpSpPr>
          <a:xfrm>
            <a:off x="975416" y="2602330"/>
            <a:ext cx="2430032" cy="1760019"/>
            <a:chOff x="996758" y="1315280"/>
            <a:chExt cx="2702406" cy="213450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E15E7CB8-6DB8-A7E6-DE6F-239B6F102668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56940D18-040A-CB2B-F9E5-275D59F1751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5445742-D26E-79E0-9D57-829330DA5475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AC31A3B4-18FF-5E1C-2B60-247C8A0E8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</p:spPr>
            </p:pic>
          </p:grpSp>
          <p:sp>
            <p:nvSpPr>
              <p:cNvPr id="31" name="矩形: 圆角 39">
                <a:extLst>
                  <a:ext uri="{FF2B5EF4-FFF2-40B4-BE49-F238E27FC236}">
                    <a16:creationId xmlns:a16="http://schemas.microsoft.com/office/drawing/2014/main" id="{33E9028B-9935-8055-0586-4D907ACE20DE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solidFill>
                <a:srgbClr val="FFEBEB">
                  <a:alpha val="6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圆角矩形 7">
                <a:extLst>
                  <a:ext uri="{FF2B5EF4-FFF2-40B4-BE49-F238E27FC236}">
                    <a16:creationId xmlns:a16="http://schemas.microsoft.com/office/drawing/2014/main" id="{C35D3F8C-4D3D-0896-3DA6-16FAFC01FFBB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solidFill>
                <a:srgbClr val="FFF3F3"/>
              </a:solidFill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F924537-2441-4FCF-6A08-7DF52381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2927" y="1686986"/>
              <a:ext cx="1192310" cy="1300259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5005DB1-2A6E-0001-0E4A-BB30DFDF9726}"/>
                </a:ext>
              </a:extLst>
            </p:cNvPr>
            <p:cNvSpPr txBox="1"/>
            <p:nvPr/>
          </p:nvSpPr>
          <p:spPr>
            <a:xfrm>
              <a:off x="2708466" y="1956602"/>
              <a:ext cx="889390" cy="10078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准备工作</a:t>
              </a:r>
            </a:p>
          </p:txBody>
        </p:sp>
      </p:grpSp>
      <p:sp>
        <p:nvSpPr>
          <p:cNvPr id="16" name="左大括号 15"/>
          <p:cNvSpPr/>
          <p:nvPr/>
        </p:nvSpPr>
        <p:spPr>
          <a:xfrm>
            <a:off x="3547257" y="2009146"/>
            <a:ext cx="874858" cy="3075710"/>
          </a:xfrm>
          <a:prstGeom prst="lef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563924" y="1635639"/>
            <a:ext cx="2588536" cy="747013"/>
          </a:xfrm>
          <a:prstGeom prst="rect">
            <a:avLst/>
          </a:prstGeom>
          <a:noFill/>
          <a:ln w="28575">
            <a:solidFill>
              <a:srgbClr val="5B9BD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563924" y="3069039"/>
            <a:ext cx="2588536" cy="747013"/>
          </a:xfrm>
          <a:prstGeom prst="rect">
            <a:avLst/>
          </a:prstGeom>
          <a:noFill/>
          <a:ln w="28575">
            <a:solidFill>
              <a:srgbClr val="5B9BD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4563924" y="4638440"/>
            <a:ext cx="2588536" cy="747013"/>
          </a:xfrm>
          <a:prstGeom prst="rect">
            <a:avLst/>
          </a:prstGeom>
          <a:noFill/>
          <a:ln w="28575">
            <a:solidFill>
              <a:srgbClr val="5B9BD5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4514826" y="3205040"/>
            <a:ext cx="2686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3672B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文件架构的搭建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4626287" y="1761773"/>
            <a:ext cx="26095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QT</a:t>
            </a:r>
            <a:r>
              <a: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环境配置</a:t>
            </a:r>
          </a:p>
          <a:p>
            <a:endParaRPr lang="zh-CN" altLang="en-US" sz="1400" dirty="0"/>
          </a:p>
        </p:txBody>
      </p:sp>
      <p:sp>
        <p:nvSpPr>
          <p:cNvPr id="44" name="文本框 43"/>
          <p:cNvSpPr txBox="1"/>
          <p:nvPr/>
        </p:nvSpPr>
        <p:spPr>
          <a:xfrm>
            <a:off x="4563923" y="4756225"/>
            <a:ext cx="27344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游戏数据的准备</a:t>
            </a:r>
          </a:p>
          <a:p>
            <a:endParaRPr lang="zh-CN" altLang="en-US" dirty="0"/>
          </a:p>
        </p:txBody>
      </p:sp>
      <p:grpSp>
        <p:nvGrpSpPr>
          <p:cNvPr id="41" name="组合 40"/>
          <p:cNvGrpSpPr/>
          <p:nvPr/>
        </p:nvGrpSpPr>
        <p:grpSpPr>
          <a:xfrm>
            <a:off x="8157457" y="1751149"/>
            <a:ext cx="2138239" cy="556696"/>
            <a:chOff x="8157457" y="1751149"/>
            <a:chExt cx="2138239" cy="556696"/>
          </a:xfrm>
        </p:grpSpPr>
        <p:sp>
          <p:nvSpPr>
            <p:cNvPr id="37" name="矩形 36"/>
            <p:cNvSpPr/>
            <p:nvPr/>
          </p:nvSpPr>
          <p:spPr>
            <a:xfrm>
              <a:off x="8211875" y="1751149"/>
              <a:ext cx="2029405" cy="556696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157457" y="1838779"/>
              <a:ext cx="21382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采用</a:t>
              </a:r>
              <a:r>
                <a:rPr lang="en-US" altLang="zh-CN" dirty="0"/>
                <a:t>QTv18.0.1</a:t>
              </a:r>
              <a:endParaRPr lang="zh-CN" altLang="en-US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8277575" y="4644829"/>
            <a:ext cx="3986443" cy="1239973"/>
            <a:chOff x="8211875" y="1751149"/>
            <a:chExt cx="3301778" cy="575378"/>
          </a:xfrm>
        </p:grpSpPr>
        <p:sp>
          <p:nvSpPr>
            <p:cNvPr id="49" name="矩形 48"/>
            <p:cNvSpPr/>
            <p:nvPr/>
          </p:nvSpPr>
          <p:spPr>
            <a:xfrm>
              <a:off x="8211875" y="1751149"/>
              <a:ext cx="2707275" cy="556696"/>
            </a:xfrm>
            <a:prstGeom prst="rect">
              <a:avLst/>
            </a:prstGeom>
            <a:noFill/>
            <a:ln w="2857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217109" y="1769545"/>
              <a:ext cx="3296544" cy="5569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来源</a:t>
              </a:r>
              <a:r>
                <a:rPr lang="zh-CN" altLang="en-US" dirty="0" smtClean="0"/>
                <a:t>：</a:t>
              </a:r>
              <a:endParaRPr lang="en-US" altLang="zh-CN" dirty="0" smtClean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dirty="0" smtClean="0">
                  <a:hlinkClick r:id="rId8"/>
                </a:rPr>
                <a:t>https</a:t>
              </a:r>
              <a:r>
                <a:rPr lang="en-US" altLang="zh-CN" dirty="0">
                  <a:hlinkClick r:id="rId8"/>
                </a:rPr>
                <a:t>://emojidir.com</a:t>
              </a:r>
              <a:r>
                <a:rPr lang="en-US" altLang="zh-CN" dirty="0" smtClean="0">
                  <a:hlinkClick r:id="rId8"/>
                </a:rPr>
                <a:t>/</a:t>
              </a:r>
              <a:endParaRPr lang="en-US" altLang="zh-CN" dirty="0" smtClean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altLang="zh-CN" dirty="0" smtClean="0">
                  <a:hlinkClick r:id="rId9"/>
                </a:rPr>
                <a:t>https://iconfont.com/</a:t>
              </a:r>
              <a:endParaRPr lang="en-US" altLang="zh-CN" dirty="0" smtClean="0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zh-CN" altLang="en-US" dirty="0" smtClean="0"/>
                <a:t>手工绘制</a:t>
              </a:r>
              <a:endParaRPr lang="zh-CN" altLang="en-US" dirty="0"/>
            </a:p>
          </p:txBody>
        </p:sp>
      </p:grpSp>
      <p:sp>
        <p:nvSpPr>
          <p:cNvPr id="45" name="右箭头 44"/>
          <p:cNvSpPr/>
          <p:nvPr/>
        </p:nvSpPr>
        <p:spPr>
          <a:xfrm>
            <a:off x="7290262" y="1936865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右箭头 52"/>
          <p:cNvSpPr/>
          <p:nvPr/>
        </p:nvSpPr>
        <p:spPr>
          <a:xfrm>
            <a:off x="7272024" y="4962838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右箭头 45"/>
          <p:cNvSpPr/>
          <p:nvPr/>
        </p:nvSpPr>
        <p:spPr>
          <a:xfrm>
            <a:off x="7303114" y="3390899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5704" y="2514139"/>
            <a:ext cx="1302454" cy="20693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7803548"/>
      </p:ext>
    </p:extLst>
  </p:cSld>
  <p:clrMapOvr>
    <a:masterClrMapping/>
  </p:clrMapOvr>
  <p:transition spd="slow" advTm="1717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E447-CB15-4E66-75A6-1D9BA0C0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743D8D7A-25F2-4EBD-D31D-69EF5242B490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D3004010-D331-ECA6-3FCC-A53ED6E3A4D5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296EC83-6696-A94A-2058-A65F0305949A}"/>
              </a:ext>
            </a:extLst>
          </p:cNvPr>
          <p:cNvGrpSpPr/>
          <p:nvPr userDrawn="1"/>
        </p:nvGrpSpPr>
        <p:grpSpPr>
          <a:xfrm>
            <a:off x="490537" y="389446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0AFB18A-97EC-1AF4-9742-E91AD3A6AEC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99B2492-B9FC-AC3C-AAA6-CE3C515A928E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B2A9B96A-316E-FDA2-8B0D-1EB0AC20F1F1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F467763-0048-E9C6-2F0D-BD163D784D79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8415BA5B-A8C2-33EF-D3A6-97F89AD969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259B0E6-2181-C457-5E17-18419B74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3D2D47-7BC7-D71E-9477-C693347B4A7B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核心算法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91EA973-9A54-3621-6915-C961538AFBE6}"/>
              </a:ext>
            </a:extLst>
          </p:cNvPr>
          <p:cNvGrpSpPr/>
          <p:nvPr/>
        </p:nvGrpSpPr>
        <p:grpSpPr>
          <a:xfrm>
            <a:off x="784927" y="587556"/>
            <a:ext cx="9874916" cy="400110"/>
            <a:chOff x="784927" y="587556"/>
            <a:chExt cx="9874916" cy="40011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AF3D542-DEEE-0EED-0476-24A2A2EEE67D}"/>
                </a:ext>
              </a:extLst>
            </p:cNvPr>
            <p:cNvSpPr txBox="1"/>
            <p:nvPr/>
          </p:nvSpPr>
          <p:spPr>
            <a:xfrm>
              <a:off x="784927" y="587556"/>
              <a:ext cx="20019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EA76BAA-969E-6283-EA52-0478F3F200A8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A6A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  <a:endParaRPr lang="zh-CN" altLang="en-US" sz="20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92E20F9-3988-5808-6289-4027EF41E856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3672B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  <a:endParaRPr lang="zh-CN" altLang="en-US" sz="2000" b="1" dirty="0">
                <a:solidFill>
                  <a:srgbClr val="3672B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0298E1C-DB3E-CBD3-0855-C1E524BF847A}"/>
                </a:ext>
              </a:extLst>
            </p:cNvPr>
            <p:cNvSpPr txBox="1"/>
            <p:nvPr/>
          </p:nvSpPr>
          <p:spPr>
            <a:xfrm>
              <a:off x="9152092" y="587556"/>
              <a:ext cx="15077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B49699F9-12AD-4B49-3C94-5B8A2D928011}"/>
                </a:ext>
              </a:extLst>
            </p:cNvPr>
            <p:cNvSpPr/>
            <p:nvPr/>
          </p:nvSpPr>
          <p:spPr>
            <a:xfrm rot="5400000">
              <a:off x="6760027" y="718258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2C14606F-1D30-A676-4ED5-00902A640343}"/>
              </a:ext>
            </a:extLst>
          </p:cNvPr>
          <p:cNvSpPr/>
          <p:nvPr/>
        </p:nvSpPr>
        <p:spPr>
          <a:xfrm>
            <a:off x="629648" y="4799840"/>
            <a:ext cx="4151939" cy="11727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2DC9083-FB75-6596-3972-E6244434596C}"/>
              </a:ext>
            </a:extLst>
          </p:cNvPr>
          <p:cNvGrpSpPr/>
          <p:nvPr/>
        </p:nvGrpSpPr>
        <p:grpSpPr>
          <a:xfrm>
            <a:off x="975416" y="2602330"/>
            <a:ext cx="2430032" cy="1760019"/>
            <a:chOff x="996758" y="1315280"/>
            <a:chExt cx="2702406" cy="2134502"/>
          </a:xfrm>
          <a:solidFill>
            <a:srgbClr val="BDD7EE"/>
          </a:solidFill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D84FAED3-42EC-CE6E-EE29-80D7EAD2C61B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  <a:grpFill/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196FC06B-9B3E-ADDE-1D66-2471697ACEFC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  <a:grpFill/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2582764-654C-2F22-A293-9F6ECC965EB1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grp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1244F0DB-D99B-1DDF-48A3-ECFED7908B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31" name="矩形: 圆角 39">
                <a:extLst>
                  <a:ext uri="{FF2B5EF4-FFF2-40B4-BE49-F238E27FC236}">
                    <a16:creationId xmlns:a16="http://schemas.microsoft.com/office/drawing/2014/main" id="{D29F8E60-2562-A44D-C5BC-7C55DB5330FE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圆角矩形 7">
                <a:extLst>
                  <a:ext uri="{FF2B5EF4-FFF2-40B4-BE49-F238E27FC236}">
                    <a16:creationId xmlns:a16="http://schemas.microsoft.com/office/drawing/2014/main" id="{5B71EBE6-3CDF-CE4C-46FD-2C7FBAC14545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grpFill/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5353927C-078A-7E43-E8BD-14DF661E0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2927" y="1686986"/>
              <a:ext cx="1192310" cy="1300259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71638838-A7C6-7B98-1835-0793259702F3}"/>
                </a:ext>
              </a:extLst>
            </p:cNvPr>
            <p:cNvSpPr txBox="1"/>
            <p:nvPr/>
          </p:nvSpPr>
          <p:spPr>
            <a:xfrm>
              <a:off x="2644312" y="1926110"/>
              <a:ext cx="889390" cy="100781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</a:p>
          </p:txBody>
        </p:sp>
      </p:grp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CD8A94C4-6A50-96FE-E378-69F8820B5904}"/>
              </a:ext>
            </a:extLst>
          </p:cNvPr>
          <p:cNvSpPr/>
          <p:nvPr/>
        </p:nvSpPr>
        <p:spPr>
          <a:xfrm>
            <a:off x="3547257" y="2009146"/>
            <a:ext cx="874858" cy="3075710"/>
          </a:xfrm>
          <a:prstGeom prst="lef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9269FED-2F2E-2BCD-E1FD-07CBD8397C4D}"/>
              </a:ext>
            </a:extLst>
          </p:cNvPr>
          <p:cNvGrpSpPr/>
          <p:nvPr/>
        </p:nvGrpSpPr>
        <p:grpSpPr>
          <a:xfrm>
            <a:off x="4684710" y="2529751"/>
            <a:ext cx="2493653" cy="717564"/>
            <a:chOff x="4511924" y="1635640"/>
            <a:chExt cx="2493653" cy="717564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C8EB05B-56DE-3B49-FA92-D1F16D50232A}"/>
                </a:ext>
              </a:extLst>
            </p:cNvPr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C0DC0CF-31C8-DB51-8590-4236918F81C6}"/>
                </a:ext>
              </a:extLst>
            </p:cNvPr>
            <p:cNvSpPr txBox="1"/>
            <p:nvPr/>
          </p:nvSpPr>
          <p:spPr>
            <a:xfrm>
              <a:off x="4511924" y="1768429"/>
              <a:ext cx="24936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炸弹与实体碰撞检测</a:t>
              </a:r>
            </a:p>
            <a:p>
              <a:endParaRPr lang="zh-CN" altLang="en-US" sz="1600" dirty="0"/>
            </a:p>
          </p:txBody>
        </p:sp>
      </p:grpSp>
      <p:sp>
        <p:nvSpPr>
          <p:cNvPr id="45" name="右箭头 44">
            <a:extLst>
              <a:ext uri="{FF2B5EF4-FFF2-40B4-BE49-F238E27FC236}">
                <a16:creationId xmlns:a16="http://schemas.microsoft.com/office/drawing/2014/main" id="{1BED2364-F3D6-42C5-08F0-24DAE235A63E}"/>
              </a:ext>
            </a:extLst>
          </p:cNvPr>
          <p:cNvSpPr/>
          <p:nvPr/>
        </p:nvSpPr>
        <p:spPr>
          <a:xfrm>
            <a:off x="7130995" y="1946979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右箭头 52">
            <a:extLst>
              <a:ext uri="{FF2B5EF4-FFF2-40B4-BE49-F238E27FC236}">
                <a16:creationId xmlns:a16="http://schemas.microsoft.com/office/drawing/2014/main" id="{DA565B2B-804A-C90D-F75F-1BB11B41FA40}"/>
              </a:ext>
            </a:extLst>
          </p:cNvPr>
          <p:cNvSpPr/>
          <p:nvPr/>
        </p:nvSpPr>
        <p:spPr>
          <a:xfrm>
            <a:off x="7272024" y="4962838"/>
            <a:ext cx="854343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BAF90075-A7D3-D1E1-C32E-752B2C874267}"/>
              </a:ext>
            </a:extLst>
          </p:cNvPr>
          <p:cNvGrpSpPr/>
          <p:nvPr/>
        </p:nvGrpSpPr>
        <p:grpSpPr>
          <a:xfrm>
            <a:off x="4664324" y="1788040"/>
            <a:ext cx="2609559" cy="572472"/>
            <a:chOff x="4511924" y="1635640"/>
            <a:chExt cx="2609559" cy="572472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FFC7221E-B153-B009-AD6A-7ACDCDF8F72F}"/>
                </a:ext>
              </a:extLst>
            </p:cNvPr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56B743D9-9ABA-1041-0A57-FD1D293D21B1}"/>
                </a:ext>
              </a:extLst>
            </p:cNvPr>
            <p:cNvSpPr txBox="1"/>
            <p:nvPr/>
          </p:nvSpPr>
          <p:spPr>
            <a:xfrm>
              <a:off x="4511924" y="1768429"/>
              <a:ext cx="2609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玩家与方块碰撞检测</a:t>
              </a:r>
              <a:endParaRPr lang="zh-CN" altLang="en-US" sz="1600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708B17E-4B69-5848-67F6-D93DCB4DC714}"/>
              </a:ext>
            </a:extLst>
          </p:cNvPr>
          <p:cNvGrpSpPr/>
          <p:nvPr/>
        </p:nvGrpSpPr>
        <p:grpSpPr>
          <a:xfrm>
            <a:off x="4678127" y="4020513"/>
            <a:ext cx="2609559" cy="572472"/>
            <a:chOff x="4511924" y="1635640"/>
            <a:chExt cx="2609559" cy="572472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7EE9D1BC-A6FA-7A0B-386F-E238B0E669B0}"/>
                </a:ext>
              </a:extLst>
            </p:cNvPr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0E6CB8C5-C8D2-AE10-F213-EB45C29AC2F2}"/>
                </a:ext>
              </a:extLst>
            </p:cNvPr>
            <p:cNvSpPr txBox="1"/>
            <p:nvPr/>
          </p:nvSpPr>
          <p:spPr>
            <a:xfrm>
              <a:off x="4511924" y="1768429"/>
              <a:ext cx="2609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地图生成算法</a:t>
              </a:r>
              <a:endParaRPr lang="zh-CN" altLang="en-US" sz="160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0FE586BC-C386-FB4A-2301-8E13A83836A6}"/>
              </a:ext>
            </a:extLst>
          </p:cNvPr>
          <p:cNvGrpSpPr/>
          <p:nvPr/>
        </p:nvGrpSpPr>
        <p:grpSpPr>
          <a:xfrm>
            <a:off x="4699100" y="3285758"/>
            <a:ext cx="2609559" cy="572472"/>
            <a:chOff x="4070199" y="1787431"/>
            <a:chExt cx="2609559" cy="572472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AB212906-E8C8-4ED1-B15A-B7D195CF157F}"/>
                </a:ext>
              </a:extLst>
            </p:cNvPr>
            <p:cNvSpPr/>
            <p:nvPr/>
          </p:nvSpPr>
          <p:spPr>
            <a:xfrm>
              <a:off x="4106551" y="1787431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70362CB2-890D-1121-3471-065B91612C07}"/>
                </a:ext>
              </a:extLst>
            </p:cNvPr>
            <p:cNvSpPr txBox="1"/>
            <p:nvPr/>
          </p:nvSpPr>
          <p:spPr>
            <a:xfrm>
              <a:off x="4070199" y="1903225"/>
              <a:ext cx="2609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爆炸范围计算</a:t>
              </a:r>
              <a:endParaRPr lang="zh-CN" altLang="en-US" sz="1600" dirty="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452F0EA-AED1-CCBA-A30E-BD1692265598}"/>
              </a:ext>
            </a:extLst>
          </p:cNvPr>
          <p:cNvGrpSpPr/>
          <p:nvPr/>
        </p:nvGrpSpPr>
        <p:grpSpPr>
          <a:xfrm>
            <a:off x="4693430" y="4695496"/>
            <a:ext cx="2609559" cy="572472"/>
            <a:chOff x="4511924" y="1635640"/>
            <a:chExt cx="2609559" cy="572472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E2414F1-785A-F3B0-B622-02F3BD3D5398}"/>
                </a:ext>
              </a:extLst>
            </p:cNvPr>
            <p:cNvSpPr/>
            <p:nvPr/>
          </p:nvSpPr>
          <p:spPr>
            <a:xfrm>
              <a:off x="4563924" y="1635640"/>
              <a:ext cx="2057009" cy="572472"/>
            </a:xfrm>
            <a:prstGeom prst="rect">
              <a:avLst/>
            </a:prstGeom>
            <a:noFill/>
            <a:ln w="28575">
              <a:solidFill>
                <a:srgbClr val="5B9BD5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A5D53C18-6B24-E6C6-E567-F2A6CD432BA9}"/>
                </a:ext>
              </a:extLst>
            </p:cNvPr>
            <p:cNvSpPr txBox="1"/>
            <p:nvPr/>
          </p:nvSpPr>
          <p:spPr>
            <a:xfrm>
              <a:off x="4511924" y="1768429"/>
              <a:ext cx="26095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武器攻击算法</a:t>
              </a:r>
              <a:endParaRPr lang="zh-CN" altLang="en-US" sz="1600" dirty="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AD62A59-CA2C-697C-B4B3-A5D602363E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744" y="1034801"/>
            <a:ext cx="1722251" cy="25313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3EBB8D7-EB37-2A07-176E-96CAFFD41A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6708" y="3661453"/>
            <a:ext cx="1854976" cy="240883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5508993"/>
      </p:ext>
    </p:extLst>
  </p:cSld>
  <p:clrMapOvr>
    <a:masterClrMapping/>
  </p:clrMapOvr>
  <p:transition spd="slow" advTm="1717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13A4-CE9E-A602-C458-97CBA0A6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EBEDB0A5-FE6C-0BAC-2842-1E6767F56AC6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C170504E-D5C3-18DB-6DF3-4FAAD59FA7FC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AA27935-4D75-31B2-1E83-9BF2E672A293}"/>
              </a:ext>
            </a:extLst>
          </p:cNvPr>
          <p:cNvGrpSpPr/>
          <p:nvPr userDrawn="1"/>
        </p:nvGrpSpPr>
        <p:grpSpPr>
          <a:xfrm>
            <a:off x="495126" y="481106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CFA39A55-9561-BCCD-F86F-DFCE720C8BD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AD0D3FC-BDE1-F865-FEBB-415D16711FCA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E22FDAC-B234-7BD3-B344-C24C629A25E2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4EEA264-1264-C9DB-BF0E-5C94FB1F05D5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D1579CB-6251-5493-03BA-7683FD85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8CBCD4-6785-3156-9910-A0C5436EA628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核心算法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6A47DFA-C3C7-440B-5D97-B2891E42DC28}"/>
              </a:ext>
            </a:extLst>
          </p:cNvPr>
          <p:cNvGrpSpPr/>
          <p:nvPr/>
        </p:nvGrpSpPr>
        <p:grpSpPr>
          <a:xfrm>
            <a:off x="704833" y="587556"/>
            <a:ext cx="9955010" cy="400110"/>
            <a:chOff x="704833" y="587556"/>
            <a:chExt cx="9955010" cy="40011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EADD66D-49F9-5855-C2B9-2912ED25E90C}"/>
                </a:ext>
              </a:extLst>
            </p:cNvPr>
            <p:cNvSpPr txBox="1"/>
            <p:nvPr/>
          </p:nvSpPr>
          <p:spPr>
            <a:xfrm>
              <a:off x="704833" y="587556"/>
              <a:ext cx="20820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73D6EC4-5E7F-7CD7-33E7-26F869BE713F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A6A6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  <a:endParaRPr lang="zh-CN" altLang="en-US" sz="2000" b="1" dirty="0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B71F86F-CAC4-645A-118E-02B2927A4E30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831FD1A-C96F-0758-A7B0-1C7E110CA9EC}"/>
                </a:ext>
              </a:extLst>
            </p:cNvPr>
            <p:cNvSpPr txBox="1"/>
            <p:nvPr/>
          </p:nvSpPr>
          <p:spPr>
            <a:xfrm>
              <a:off x="9305441" y="587556"/>
              <a:ext cx="13544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EEF2225F-9A50-8D99-081E-4C4279196577}"/>
                </a:ext>
              </a:extLst>
            </p:cNvPr>
            <p:cNvSpPr/>
            <p:nvPr/>
          </p:nvSpPr>
          <p:spPr>
            <a:xfrm rot="5400000">
              <a:off x="6832144" y="696328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9" name="矩形: 圆角 178">
            <a:extLst>
              <a:ext uri="{FF2B5EF4-FFF2-40B4-BE49-F238E27FC236}">
                <a16:creationId xmlns:a16="http://schemas.microsoft.com/office/drawing/2014/main" id="{1805CA1C-74CE-8B64-9FA1-5C24F44518FB}"/>
              </a:ext>
            </a:extLst>
          </p:cNvPr>
          <p:cNvSpPr/>
          <p:nvPr/>
        </p:nvSpPr>
        <p:spPr>
          <a:xfrm>
            <a:off x="629648" y="4799840"/>
            <a:ext cx="4151939" cy="11727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F4A5D08-B6A5-1B59-2F7E-45ECC93BF6B8}"/>
              </a:ext>
            </a:extLst>
          </p:cNvPr>
          <p:cNvGrpSpPr/>
          <p:nvPr/>
        </p:nvGrpSpPr>
        <p:grpSpPr>
          <a:xfrm>
            <a:off x="975416" y="2602330"/>
            <a:ext cx="2430032" cy="1760018"/>
            <a:chOff x="996758" y="1315280"/>
            <a:chExt cx="2702406" cy="2134502"/>
          </a:xfrm>
          <a:solidFill>
            <a:srgbClr val="BDD7EE"/>
          </a:solidFill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E15E7CB8-6DB8-A7E6-DE6F-239B6F102668}"/>
                </a:ext>
              </a:extLst>
            </p:cNvPr>
            <p:cNvGrpSpPr/>
            <p:nvPr/>
          </p:nvGrpSpPr>
          <p:grpSpPr>
            <a:xfrm>
              <a:off x="996758" y="1315280"/>
              <a:ext cx="2702406" cy="2134502"/>
              <a:chOff x="1246140" y="1003553"/>
              <a:chExt cx="2920614" cy="2435838"/>
            </a:xfrm>
            <a:grpFill/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56940D18-040A-CB2B-F9E5-275D59F17512}"/>
                  </a:ext>
                </a:extLst>
              </p:cNvPr>
              <p:cNvGrpSpPr/>
              <p:nvPr/>
            </p:nvGrpSpPr>
            <p:grpSpPr>
              <a:xfrm>
                <a:off x="1832500" y="1427734"/>
                <a:ext cx="1571784" cy="1477328"/>
                <a:chOff x="862940" y="4722837"/>
                <a:chExt cx="1571784" cy="1477328"/>
              </a:xfrm>
              <a:grpFill/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65445742-D26E-79E0-9D57-829330DA5475}"/>
                    </a:ext>
                  </a:extLst>
                </p:cNvPr>
                <p:cNvSpPr txBox="1"/>
                <p:nvPr/>
              </p:nvSpPr>
              <p:spPr>
                <a:xfrm>
                  <a:off x="862940" y="4722837"/>
                  <a:ext cx="1571784" cy="1477328"/>
                </a:xfrm>
                <a:prstGeom prst="rect">
                  <a:avLst/>
                </a:prstGeom>
                <a:grp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endPara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34" name="图片 33">
                  <a:extLst>
                    <a:ext uri="{FF2B5EF4-FFF2-40B4-BE49-F238E27FC236}">
                      <a16:creationId xmlns:a16="http://schemas.microsoft.com/office/drawing/2014/main" id="{AC31A3B4-18FF-5E1C-2B60-247C8A0E8F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428" y="4775783"/>
                  <a:ext cx="1399492" cy="1300259"/>
                </a:xfrm>
                <a:prstGeom prst="rect">
                  <a:avLst/>
                </a:prstGeom>
                <a:grpFill/>
              </p:spPr>
            </p:pic>
          </p:grpSp>
          <p:sp>
            <p:nvSpPr>
              <p:cNvPr id="31" name="矩形: 圆角 39">
                <a:extLst>
                  <a:ext uri="{FF2B5EF4-FFF2-40B4-BE49-F238E27FC236}">
                    <a16:creationId xmlns:a16="http://schemas.microsoft.com/office/drawing/2014/main" id="{33E9028B-9935-8055-0586-4D907ACE20DE}"/>
                  </a:ext>
                </a:extLst>
              </p:cNvPr>
              <p:cNvSpPr/>
              <p:nvPr/>
            </p:nvSpPr>
            <p:spPr>
              <a:xfrm>
                <a:off x="1246140" y="1003553"/>
                <a:ext cx="2920614" cy="2435838"/>
              </a:xfrm>
              <a:prstGeom prst="roundRect">
                <a:avLst>
                  <a:gd name="adj" fmla="val 5364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圆角矩形 7">
                <a:extLst>
                  <a:ext uri="{FF2B5EF4-FFF2-40B4-BE49-F238E27FC236}">
                    <a16:creationId xmlns:a16="http://schemas.microsoft.com/office/drawing/2014/main" id="{C35D3F8C-4D3D-0896-3DA6-16FAFC01FFBB}"/>
                  </a:ext>
                </a:extLst>
              </p:cNvPr>
              <p:cNvSpPr/>
              <p:nvPr/>
            </p:nvSpPr>
            <p:spPr>
              <a:xfrm>
                <a:off x="1355628" y="1125231"/>
                <a:ext cx="2701637" cy="2192482"/>
              </a:xfrm>
              <a:prstGeom prst="roundRect">
                <a:avLst/>
              </a:prstGeom>
              <a:grpFill/>
              <a:ln w="28575">
                <a:solidFill>
                  <a:srgbClr val="A9A9A9"/>
                </a:solidFill>
                <a:prstDash val="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2F924537-2441-4FCF-6A08-7DF523818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2927" y="1686986"/>
              <a:ext cx="1192310" cy="1300259"/>
            </a:xfrm>
            <a:prstGeom prst="roundRect">
              <a:avLst>
                <a:gd name="adj" fmla="val 8594"/>
              </a:avLst>
            </a:prstGeom>
            <a:grpFill/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5005DB1-2A6E-0001-0E4A-BB30DFDF9726}"/>
                </a:ext>
              </a:extLst>
            </p:cNvPr>
            <p:cNvSpPr txBox="1"/>
            <p:nvPr/>
          </p:nvSpPr>
          <p:spPr>
            <a:xfrm>
              <a:off x="2644312" y="1665180"/>
              <a:ext cx="889390" cy="14557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人机行为设计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1D61E495-ADE7-EEA8-C4D8-9186379B769C}"/>
              </a:ext>
            </a:extLst>
          </p:cNvPr>
          <p:cNvSpPr txBox="1"/>
          <p:nvPr/>
        </p:nvSpPr>
        <p:spPr>
          <a:xfrm>
            <a:off x="4178669" y="1112805"/>
            <a:ext cx="609824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寻路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O(V + E)</a:t>
            </a:r>
            <a:r>
              <a:rPr lang="zh-CN" altLang="e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是可达节点数，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是边数（限制在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100-150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节点）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危险区域计算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O(B × F)</a:t>
            </a:r>
            <a:r>
              <a:rPr lang="zh-CN" altLang="e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是炸弹数，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是每个炸弹的爆炸范围</a:t>
            </a:r>
          </a:p>
          <a:p>
            <a:pPr algn="l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决策系统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O(1)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" altLang="zh-C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O(V)</a:t>
            </a:r>
            <a:r>
              <a:rPr lang="zh-CN" altLang="en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取决于是否需要寻路</a:t>
            </a:r>
          </a:p>
        </p:txBody>
      </p:sp>
      <p:pic>
        <p:nvPicPr>
          <p:cNvPr id="25" name="图片 24" descr="图片包含 文本&#10;&#10;AI 生成的内容可能不正确。">
            <a:extLst>
              <a:ext uri="{FF2B5EF4-FFF2-40B4-BE49-F238E27FC236}">
                <a16:creationId xmlns:a16="http://schemas.microsoft.com/office/drawing/2014/main" id="{8E7A72EB-0987-E031-D131-250B2AB799D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552" y="2674114"/>
            <a:ext cx="3835013" cy="3389354"/>
          </a:xfrm>
          <a:prstGeom prst="rect">
            <a:avLst/>
          </a:prstGeom>
        </p:spPr>
      </p:pic>
      <p:pic>
        <p:nvPicPr>
          <p:cNvPr id="36" name="图片 35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E061DBA-6131-90A2-2862-DA879A0F182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3131" y="2701548"/>
            <a:ext cx="2866353" cy="1461697"/>
          </a:xfrm>
          <a:prstGeom prst="rect">
            <a:avLst/>
          </a:prstGeom>
        </p:spPr>
      </p:pic>
      <p:pic>
        <p:nvPicPr>
          <p:cNvPr id="38" name="图片 37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7B8EBC85-94F7-8217-8535-663F5D0E5B2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762" y="4331426"/>
            <a:ext cx="3155089" cy="13786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59627016"/>
      </p:ext>
    </p:extLst>
  </p:cSld>
  <p:clrMapOvr>
    <a:masterClrMapping/>
  </p:clrMapOvr>
  <p:transition spd="slow" advTm="1717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4985-1EB8-2A3A-56A9-A0753746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7F360875-FBE1-512A-EC1B-1434610C25F2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BC3483AE-8D05-0D1C-2DC4-793E5D25FC54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A8E3196-B90F-1317-0D10-C222EEB4D73E}"/>
              </a:ext>
            </a:extLst>
          </p:cNvPr>
          <p:cNvGrpSpPr/>
          <p:nvPr/>
        </p:nvGrpSpPr>
        <p:grpSpPr>
          <a:xfrm>
            <a:off x="490538" y="472440"/>
            <a:ext cx="11098487" cy="6025681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B8A465A-0C75-17C7-B104-33E3166298E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B3752C1-1DE6-66E1-A9F5-F683DD3AA543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4EDB5BA-E8D9-A93A-DA07-66268237EC10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FA68FE45-4B7D-86C6-A679-8761A68ACA5C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907EEC57-4A99-C98B-28DD-8E094F545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sp>
        <p:nvSpPr>
          <p:cNvPr id="22" name="灯片编号占位符 21">
            <a:extLst>
              <a:ext uri="{FF2B5EF4-FFF2-40B4-BE49-F238E27FC236}">
                <a16:creationId xmlns:a16="http://schemas.microsoft.com/office/drawing/2014/main" id="{C3BF1810-D589-0CCF-65DD-CE0BA9BE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1960F8-220E-364C-061A-90ACCC11401B}"/>
              </a:ext>
            </a:extLst>
          </p:cNvPr>
          <p:cNvSpPr txBox="1"/>
          <p:nvPr/>
        </p:nvSpPr>
        <p:spPr>
          <a:xfrm>
            <a:off x="903378" y="1015811"/>
            <a:ext cx="3076746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3CEF46-0723-20D8-EE9D-9F2BB1D4DEAF}"/>
              </a:ext>
            </a:extLst>
          </p:cNvPr>
          <p:cNvSpPr txBox="1"/>
          <p:nvPr/>
        </p:nvSpPr>
        <p:spPr>
          <a:xfrm>
            <a:off x="1294880" y="1568417"/>
            <a:ext cx="42304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本项目完成的工作：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完成了所有核心游戏功能的实现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建立了清晰的项目架构和代码结构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实现了流畅的游戏体验和良好的视觉效果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具备了良好的扩展性和可维护性</a:t>
            </a:r>
            <a:endParaRPr lang="en-US" altLang="zh-CN" b="1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FA3F2630-2FB8-F23F-9F14-515BC15F916D}"/>
              </a:ext>
            </a:extLst>
          </p:cNvPr>
          <p:cNvGrpSpPr/>
          <p:nvPr/>
        </p:nvGrpSpPr>
        <p:grpSpPr>
          <a:xfrm>
            <a:off x="809205" y="587422"/>
            <a:ext cx="9850638" cy="400110"/>
            <a:chOff x="809205" y="587556"/>
            <a:chExt cx="9850638" cy="400110"/>
          </a:xfrm>
        </p:grpSpPr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69F587F8-0235-3278-4E0D-80209422D5BB}"/>
                </a:ext>
              </a:extLst>
            </p:cNvPr>
            <p:cNvSpPr txBox="1"/>
            <p:nvPr/>
          </p:nvSpPr>
          <p:spPr>
            <a:xfrm>
              <a:off x="809205" y="587556"/>
              <a:ext cx="19776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8860F52A-0ACF-C431-0E51-3BF2CB84B8BF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B11F69C8-7256-92D3-7675-9DF535159D22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1BA8B2E0-25D7-536D-B06E-FB4AB6B64122}"/>
                </a:ext>
              </a:extLst>
            </p:cNvPr>
            <p:cNvSpPr txBox="1"/>
            <p:nvPr/>
          </p:nvSpPr>
          <p:spPr>
            <a:xfrm>
              <a:off x="9424582" y="587556"/>
              <a:ext cx="12352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rgbClr val="004C9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  <a:endParaRPr lang="zh-CN" altLang="en-US" sz="20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等腰三角形 98">
              <a:extLst>
                <a:ext uri="{FF2B5EF4-FFF2-40B4-BE49-F238E27FC236}">
                  <a16:creationId xmlns:a16="http://schemas.microsoft.com/office/drawing/2014/main" id="{B2E54189-B6F0-059A-FE23-FA771129E8A0}"/>
                </a:ext>
              </a:extLst>
            </p:cNvPr>
            <p:cNvSpPr/>
            <p:nvPr/>
          </p:nvSpPr>
          <p:spPr>
            <a:xfrm rot="5400000">
              <a:off x="9283642" y="704446"/>
              <a:ext cx="192943" cy="166330"/>
            </a:xfrm>
            <a:prstGeom prst="triangle">
              <a:avLst/>
            </a:prstGeom>
            <a:solidFill>
              <a:srgbClr val="004C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6634" y="1276122"/>
            <a:ext cx="1775283" cy="17752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160" y="2951431"/>
            <a:ext cx="2426229" cy="24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52478"/>
      </p:ext>
    </p:extLst>
  </p:cSld>
  <p:clrMapOvr>
    <a:masterClrMapping/>
  </p:clrMapOvr>
  <p:transition spd="slow" advTm="343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2A65D-DA5A-89FE-8279-02E49560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角三角形 20">
            <a:extLst>
              <a:ext uri="{FF2B5EF4-FFF2-40B4-BE49-F238E27FC236}">
                <a16:creationId xmlns:a16="http://schemas.microsoft.com/office/drawing/2014/main" id="{B05BF913-1DB3-3913-A66D-2B2B69C13305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sp>
        <p:nvSpPr>
          <p:cNvPr id="20" name="直角三角形 19">
            <a:extLst>
              <a:ext uri="{FF2B5EF4-FFF2-40B4-BE49-F238E27FC236}">
                <a16:creationId xmlns:a16="http://schemas.microsoft.com/office/drawing/2014/main" id="{FDDD79A5-D1CC-55B1-E7EE-1CD487A4C0F5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50D6EBC-AB62-5127-C51E-323047E9134F}"/>
              </a:ext>
            </a:extLst>
          </p:cNvPr>
          <p:cNvGrpSpPr/>
          <p:nvPr/>
        </p:nvGrpSpPr>
        <p:grpSpPr>
          <a:xfrm>
            <a:off x="510415" y="472440"/>
            <a:ext cx="11210925" cy="6019800"/>
            <a:chOff x="490484" y="441960"/>
            <a:chExt cx="11211033" cy="601980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890059CD-8768-AE81-26B2-3848BC00BF3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0484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935C648-6EE7-2303-9BE7-92E910703D6A}"/>
                </a:ext>
              </a:extLst>
            </p:cNvPr>
            <p:cNvSpPr/>
            <p:nvPr userDrawn="1"/>
          </p:nvSpPr>
          <p:spPr>
            <a:xfrm>
              <a:off x="490484" y="441960"/>
              <a:ext cx="11211032" cy="6019801"/>
            </a:xfrm>
            <a:prstGeom prst="rect">
              <a:avLst/>
            </a:prstGeom>
            <a:solidFill>
              <a:srgbClr val="FFFEF7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6B21D0DE-8620-B2D8-82C8-7BDD308C4B2F}"/>
              </a:ext>
            </a:extLst>
          </p:cNvPr>
          <p:cNvCxnSpPr/>
          <p:nvPr/>
        </p:nvCxnSpPr>
        <p:spPr>
          <a:xfrm>
            <a:off x="899088" y="6096082"/>
            <a:ext cx="9058311" cy="4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1E4BFB5-2216-954C-2475-B5887D0F6D2C}"/>
              </a:ext>
            </a:extLst>
          </p:cNvPr>
          <p:cNvSpPr txBox="1"/>
          <p:nvPr/>
        </p:nvSpPr>
        <p:spPr>
          <a:xfrm>
            <a:off x="919480" y="6113780"/>
            <a:ext cx="25419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耐劳苦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尚俭朴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勤学业</a:t>
            </a:r>
            <a:r>
              <a:rPr lang="en-US" altLang="zh-CN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200" b="1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爱国家</a:t>
            </a:r>
          </a:p>
        </p:txBody>
      </p:sp>
      <p:pic>
        <p:nvPicPr>
          <p:cNvPr id="11" name="图片 10" descr="校徽">
            <a:extLst>
              <a:ext uri="{FF2B5EF4-FFF2-40B4-BE49-F238E27FC236}">
                <a16:creationId xmlns:a16="http://schemas.microsoft.com/office/drawing/2014/main" id="{03BD45D3-D5B1-2D3E-C263-D96BB75A0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15" y="5844540"/>
            <a:ext cx="1259840" cy="397510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283ECD-F293-865C-186C-C79A2B61A6C2}"/>
              </a:ext>
            </a:extLst>
          </p:cNvPr>
          <p:cNvGrpSpPr/>
          <p:nvPr/>
        </p:nvGrpSpPr>
        <p:grpSpPr>
          <a:xfrm>
            <a:off x="631179" y="587556"/>
            <a:ext cx="10028664" cy="400110"/>
            <a:chOff x="631179" y="587556"/>
            <a:chExt cx="10028664" cy="40011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3C0569D-DD13-9F48-7A69-8602F25DF1D9}"/>
                </a:ext>
              </a:extLst>
            </p:cNvPr>
            <p:cNvSpPr txBox="1"/>
            <p:nvPr/>
          </p:nvSpPr>
          <p:spPr>
            <a:xfrm>
              <a:off x="631179" y="587556"/>
              <a:ext cx="21557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游戏规则及玩法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92B162E9-4F12-99CB-ED74-37ADBCB2FB35}"/>
                </a:ext>
              </a:extLst>
            </p:cNvPr>
            <p:cNvSpPr txBox="1"/>
            <p:nvPr/>
          </p:nvSpPr>
          <p:spPr>
            <a:xfrm>
              <a:off x="3780827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文件架构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1137767-1FCE-38F6-DB43-1403DC534298}"/>
                </a:ext>
              </a:extLst>
            </p:cNvPr>
            <p:cNvSpPr txBox="1"/>
            <p:nvPr/>
          </p:nvSpPr>
          <p:spPr>
            <a:xfrm>
              <a:off x="6543134" y="587556"/>
              <a:ext cx="2001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核心算法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E313DF7A-29D2-0211-23EF-BFB990C2421E}"/>
                </a:ext>
              </a:extLst>
            </p:cNvPr>
            <p:cNvSpPr txBox="1"/>
            <p:nvPr/>
          </p:nvSpPr>
          <p:spPr>
            <a:xfrm>
              <a:off x="9305441" y="587556"/>
              <a:ext cx="135440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 smtClean="0">
                  <a:solidFill>
                    <a:schemeClr val="bg1">
                      <a:lumMod val="6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项目总结</a:t>
              </a:r>
              <a:endPara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8FAA947-A2D7-9A32-63B9-69DA86368926}"/>
              </a:ext>
            </a:extLst>
          </p:cNvPr>
          <p:cNvSpPr/>
          <p:nvPr/>
        </p:nvSpPr>
        <p:spPr>
          <a:xfrm>
            <a:off x="1253067" y="1377244"/>
            <a:ext cx="3499555" cy="699912"/>
          </a:xfrm>
          <a:prstGeom prst="roundRect">
            <a:avLst/>
          </a:prstGeom>
          <a:solidFill>
            <a:srgbClr val="DEEB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附录：游戏中的一些截图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F45F21-D6AC-670F-7DD7-E5929C0D03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54" y="2455590"/>
            <a:ext cx="1609950" cy="142061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1C82C8C-C50E-6C45-5D8D-306DE16ABB2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469" y="2455590"/>
            <a:ext cx="1609950" cy="142061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817C51F-8A2F-092B-F051-78DC4B18B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83332" y="2456533"/>
            <a:ext cx="1625991" cy="143476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636D6F2-0475-AD1F-3F1C-7B61762AA95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3580" y="2501030"/>
            <a:ext cx="1571967" cy="138709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6B6703C-4274-C356-D183-0FA23DC8EEB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18" y="4360229"/>
            <a:ext cx="1795743" cy="1584553"/>
          </a:xfrm>
          <a:prstGeom prst="rect">
            <a:avLst/>
          </a:prstGeom>
          <a:ln w="28575">
            <a:solidFill>
              <a:srgbClr val="5B9BD5"/>
            </a:solidFill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44BA319-D7AE-51FB-2E98-4490D5AA561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181" y="4360229"/>
            <a:ext cx="1795743" cy="1584553"/>
          </a:xfrm>
          <a:prstGeom prst="rect">
            <a:avLst/>
          </a:prstGeom>
          <a:ln w="28575">
            <a:solidFill>
              <a:srgbClr val="5B9BD5"/>
            </a:solidFill>
          </a:ln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56734B4-AA40-C154-C0E3-D43D9B4B6FB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498" y="4360404"/>
            <a:ext cx="1798720" cy="1587180"/>
          </a:xfrm>
          <a:prstGeom prst="rect">
            <a:avLst/>
          </a:prstGeom>
          <a:ln w="28575">
            <a:solidFill>
              <a:srgbClr val="5B9BD5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4905040"/>
      </p:ext>
    </p:extLst>
  </p:cSld>
  <p:clrMapOvr>
    <a:masterClrMapping/>
  </p:clrMapOvr>
  <p:transition spd="slow" advTm="152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直角三角形 29">
            <a:extLst>
              <a:ext uri="{FF2B5EF4-FFF2-40B4-BE49-F238E27FC236}">
                <a16:creationId xmlns:a16="http://schemas.microsoft.com/office/drawing/2014/main" id="{F057097D-FCEA-E5AC-C344-3CA183717524}"/>
              </a:ext>
            </a:extLst>
          </p:cNvPr>
          <p:cNvSpPr/>
          <p:nvPr/>
        </p:nvSpPr>
        <p:spPr>
          <a:xfrm rot="10800000">
            <a:off x="8499895" y="0"/>
            <a:ext cx="3692105" cy="3692105"/>
          </a:xfrm>
          <a:prstGeom prst="rtTriangle">
            <a:avLst/>
          </a:prstGeom>
          <a:solidFill>
            <a:srgbClr val="004B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直角三角形 25">
            <a:extLst>
              <a:ext uri="{FF2B5EF4-FFF2-40B4-BE49-F238E27FC236}">
                <a16:creationId xmlns:a16="http://schemas.microsoft.com/office/drawing/2014/main" id="{9F789202-470B-F518-8896-8CF1B5A6FCBD}"/>
              </a:ext>
            </a:extLst>
          </p:cNvPr>
          <p:cNvSpPr/>
          <p:nvPr/>
        </p:nvSpPr>
        <p:spPr>
          <a:xfrm>
            <a:off x="0" y="3165895"/>
            <a:ext cx="3692105" cy="3692105"/>
          </a:xfrm>
          <a:prstGeom prst="rtTriangl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4B9D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6D7CD63-220D-2B86-4A7F-CC5A901CC086}"/>
              </a:ext>
            </a:extLst>
          </p:cNvPr>
          <p:cNvGrpSpPr/>
          <p:nvPr/>
        </p:nvGrpSpPr>
        <p:grpSpPr>
          <a:xfrm>
            <a:off x="489600" y="472440"/>
            <a:ext cx="11210923" cy="6019800"/>
            <a:chOff x="499072" y="441960"/>
            <a:chExt cx="11211033" cy="6019801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7AF56B21-A8D3-859F-EE01-014BE7314F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5" t="4277" r="530" b="14319"/>
            <a:stretch>
              <a:fillRect/>
            </a:stretch>
          </p:blipFill>
          <p:spPr>
            <a:xfrm>
              <a:off x="499072" y="441960"/>
              <a:ext cx="11211033" cy="6019801"/>
            </a:xfrm>
            <a:prstGeom prst="rect">
              <a:avLst/>
            </a:prstGeom>
            <a:effectLst>
              <a:outerShdw blurRad="355600" dist="139700" dir="2700000" algn="tl" rotWithShape="0">
                <a:prstClr val="black">
                  <a:alpha val="61000"/>
                </a:prstClr>
              </a:outerShdw>
            </a:effectLst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A217B7BA-6D6D-381C-DAE8-02A1AAF1E34C}"/>
                </a:ext>
              </a:extLst>
            </p:cNvPr>
            <p:cNvSpPr/>
            <p:nvPr userDrawn="1"/>
          </p:nvSpPr>
          <p:spPr>
            <a:xfrm>
              <a:off x="499072" y="441960"/>
              <a:ext cx="11211032" cy="6019801"/>
            </a:xfrm>
            <a:prstGeom prst="rect">
              <a:avLst/>
            </a:prstGeom>
            <a:solidFill>
              <a:srgbClr val="FFFEF7">
                <a:alpha val="8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590" y="1252062"/>
            <a:ext cx="2917715" cy="920774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86000" y="2788222"/>
            <a:ext cx="7620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04C9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汇报完毕，敬请指正</a:t>
            </a:r>
          </a:p>
        </p:txBody>
      </p:sp>
      <p:sp>
        <p:nvSpPr>
          <p:cNvPr id="12" name="图形"/>
          <p:cNvSpPr txBox="1"/>
          <p:nvPr>
            <p:custDataLst>
              <p:tags r:id="rId1"/>
            </p:custDataLst>
          </p:nvPr>
        </p:nvSpPr>
        <p:spPr>
          <a:xfrm>
            <a:off x="4061767" y="4393928"/>
            <a:ext cx="1831859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汇报人</a:t>
            </a:r>
            <a:r>
              <a:rPr lang="zh-CN" alt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：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郑乐岩</a:t>
            </a:r>
            <a:endParaRPr lang="zh-CN" altLang="en-US" sz="18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13" name="图形"/>
          <p:cNvSpPr txBox="1"/>
          <p:nvPr>
            <p:custDataLst>
              <p:tags r:id="rId2"/>
            </p:custDataLst>
          </p:nvPr>
        </p:nvSpPr>
        <p:spPr>
          <a:xfrm>
            <a:off x="6769284" y="4409317"/>
            <a:ext cx="313671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汇报时间：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2025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年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 1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月 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16 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包图粗黑体" panose="02000800000000000000" charset="-122"/>
                <a:sym typeface="Arial" panose="020B0604020202020204" pitchFamily="34" charset="0"/>
              </a:rPr>
              <a:t>日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包图粗黑体" panose="02000800000000000000" charset="-122"/>
              <a:sym typeface="Arial" panose="020B0604020202020204" pitchFamily="34" charset="0"/>
            </a:endParaRPr>
          </a:p>
        </p:txBody>
      </p:sp>
      <p:sp>
        <p:nvSpPr>
          <p:cNvPr id="14" name="图形"/>
          <p:cNvSpPr/>
          <p:nvPr>
            <p:custDataLst>
              <p:tags r:id="rId3"/>
            </p:custDataLst>
          </p:nvPr>
        </p:nvSpPr>
        <p:spPr>
          <a:xfrm>
            <a:off x="3506910" y="4330755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pic>
        <p:nvPicPr>
          <p:cNvPr id="15" name="图形" descr="303b32313533373635313bbbe3b1a8d5d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3587899" y="4402777"/>
            <a:ext cx="352294" cy="352294"/>
          </a:xfrm>
          <a:prstGeom prst="rect">
            <a:avLst/>
          </a:prstGeom>
        </p:spPr>
      </p:pic>
      <p:sp>
        <p:nvSpPr>
          <p:cNvPr id="16" name="图形"/>
          <p:cNvSpPr/>
          <p:nvPr>
            <p:custDataLst>
              <p:tags r:id="rId5"/>
            </p:custDataLst>
          </p:nvPr>
        </p:nvSpPr>
        <p:spPr>
          <a:xfrm>
            <a:off x="6191691" y="4330755"/>
            <a:ext cx="510566" cy="510566"/>
          </a:xfrm>
          <a:prstGeom prst="ellipse">
            <a:avLst/>
          </a:prstGeom>
          <a:solidFill>
            <a:srgbClr val="004C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gradFill>
                <a:gsLst>
                  <a:gs pos="0">
                    <a:srgbClr val="FFEBC4"/>
                  </a:gs>
                  <a:gs pos="100000">
                    <a:srgbClr val="FEDA90"/>
                  </a:gs>
                </a:gsLst>
                <a:lin ang="2700000" scaled="0"/>
              </a:gradFill>
              <a:latin typeface="Arial" panose="020B0604020202020204" pitchFamily="34" charset="0"/>
              <a:ea typeface="微软雅黑" panose="020B0503020204020204" pitchFamily="34" charset="-122"/>
              <a:cs typeface="思源黑体旧字形 Light" panose="020B0300000000000000" charset="-128"/>
              <a:sym typeface="Arial" panose="020B0604020202020204" pitchFamily="34" charset="0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264669" y="4457312"/>
            <a:ext cx="351985" cy="257452"/>
            <a:chOff x="2751138" y="4071938"/>
            <a:chExt cx="1558925" cy="1158875"/>
          </a:xfrm>
          <a:solidFill>
            <a:srgbClr val="0A0301"/>
          </a:solidFill>
        </p:grpSpPr>
        <p:sp>
          <p:nvSpPr>
            <p:cNvPr id="18" name="图形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4562475"/>
              <a:ext cx="539750" cy="477838"/>
            </a:xfrm>
            <a:custGeom>
              <a:avLst/>
              <a:gdLst>
                <a:gd name="T0" fmla="*/ 255 w 340"/>
                <a:gd name="T1" fmla="*/ 0 h 301"/>
                <a:gd name="T2" fmla="*/ 136 w 340"/>
                <a:gd name="T3" fmla="*/ 99 h 301"/>
                <a:gd name="T4" fmla="*/ 28 w 340"/>
                <a:gd name="T5" fmla="*/ 8 h 301"/>
                <a:gd name="T6" fmla="*/ 28 w 340"/>
                <a:gd name="T7" fmla="*/ 8 h 301"/>
                <a:gd name="T8" fmla="*/ 14 w 340"/>
                <a:gd name="T9" fmla="*/ 31 h 301"/>
                <a:gd name="T10" fmla="*/ 0 w 340"/>
                <a:gd name="T11" fmla="*/ 50 h 301"/>
                <a:gd name="T12" fmla="*/ 0 w 340"/>
                <a:gd name="T13" fmla="*/ 50 h 301"/>
                <a:gd name="T14" fmla="*/ 24 w 340"/>
                <a:gd name="T15" fmla="*/ 70 h 301"/>
                <a:gd name="T16" fmla="*/ 47 w 340"/>
                <a:gd name="T17" fmla="*/ 95 h 301"/>
                <a:gd name="T18" fmla="*/ 68 w 340"/>
                <a:gd name="T19" fmla="*/ 122 h 301"/>
                <a:gd name="T20" fmla="*/ 84 w 340"/>
                <a:gd name="T21" fmla="*/ 149 h 301"/>
                <a:gd name="T22" fmla="*/ 99 w 340"/>
                <a:gd name="T23" fmla="*/ 180 h 301"/>
                <a:gd name="T24" fmla="*/ 109 w 340"/>
                <a:gd name="T25" fmla="*/ 213 h 301"/>
                <a:gd name="T26" fmla="*/ 115 w 340"/>
                <a:gd name="T27" fmla="*/ 248 h 301"/>
                <a:gd name="T28" fmla="*/ 117 w 340"/>
                <a:gd name="T29" fmla="*/ 283 h 301"/>
                <a:gd name="T30" fmla="*/ 117 w 340"/>
                <a:gd name="T31" fmla="*/ 283 h 301"/>
                <a:gd name="T32" fmla="*/ 115 w 340"/>
                <a:gd name="T33" fmla="*/ 301 h 301"/>
                <a:gd name="T34" fmla="*/ 115 w 340"/>
                <a:gd name="T35" fmla="*/ 301 h 301"/>
                <a:gd name="T36" fmla="*/ 136 w 340"/>
                <a:gd name="T37" fmla="*/ 301 h 301"/>
                <a:gd name="T38" fmla="*/ 136 w 340"/>
                <a:gd name="T39" fmla="*/ 301 h 301"/>
                <a:gd name="T40" fmla="*/ 167 w 340"/>
                <a:gd name="T41" fmla="*/ 299 h 301"/>
                <a:gd name="T42" fmla="*/ 200 w 340"/>
                <a:gd name="T43" fmla="*/ 293 h 301"/>
                <a:gd name="T44" fmla="*/ 233 w 340"/>
                <a:gd name="T45" fmla="*/ 285 h 301"/>
                <a:gd name="T46" fmla="*/ 266 w 340"/>
                <a:gd name="T47" fmla="*/ 270 h 301"/>
                <a:gd name="T48" fmla="*/ 282 w 340"/>
                <a:gd name="T49" fmla="*/ 262 h 301"/>
                <a:gd name="T50" fmla="*/ 295 w 340"/>
                <a:gd name="T51" fmla="*/ 252 h 301"/>
                <a:gd name="T52" fmla="*/ 307 w 340"/>
                <a:gd name="T53" fmla="*/ 242 h 301"/>
                <a:gd name="T54" fmla="*/ 319 w 340"/>
                <a:gd name="T55" fmla="*/ 229 h 301"/>
                <a:gd name="T56" fmla="*/ 328 w 340"/>
                <a:gd name="T57" fmla="*/ 217 h 301"/>
                <a:gd name="T58" fmla="*/ 334 w 340"/>
                <a:gd name="T59" fmla="*/ 204 h 301"/>
                <a:gd name="T60" fmla="*/ 338 w 340"/>
                <a:gd name="T61" fmla="*/ 190 h 301"/>
                <a:gd name="T62" fmla="*/ 340 w 340"/>
                <a:gd name="T63" fmla="*/ 176 h 301"/>
                <a:gd name="T64" fmla="*/ 340 w 340"/>
                <a:gd name="T65" fmla="*/ 176 h 301"/>
                <a:gd name="T66" fmla="*/ 338 w 340"/>
                <a:gd name="T67" fmla="*/ 149 h 301"/>
                <a:gd name="T68" fmla="*/ 334 w 340"/>
                <a:gd name="T69" fmla="*/ 122 h 301"/>
                <a:gd name="T70" fmla="*/ 328 w 340"/>
                <a:gd name="T71" fmla="*/ 97 h 301"/>
                <a:gd name="T72" fmla="*/ 317 w 340"/>
                <a:gd name="T73" fmla="*/ 74 h 301"/>
                <a:gd name="T74" fmla="*/ 305 w 340"/>
                <a:gd name="T75" fmla="*/ 54 h 301"/>
                <a:gd name="T76" fmla="*/ 290 w 340"/>
                <a:gd name="T77" fmla="*/ 33 h 301"/>
                <a:gd name="T78" fmla="*/ 274 w 340"/>
                <a:gd name="T79" fmla="*/ 15 h 301"/>
                <a:gd name="T80" fmla="*/ 255 w 340"/>
                <a:gd name="T81" fmla="*/ 0 h 301"/>
                <a:gd name="T82" fmla="*/ 255 w 340"/>
                <a:gd name="T83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0" h="301">
                  <a:moveTo>
                    <a:pt x="255" y="0"/>
                  </a:moveTo>
                  <a:lnTo>
                    <a:pt x="136" y="99"/>
                  </a:lnTo>
                  <a:lnTo>
                    <a:pt x="28" y="8"/>
                  </a:lnTo>
                  <a:lnTo>
                    <a:pt x="28" y="8"/>
                  </a:lnTo>
                  <a:lnTo>
                    <a:pt x="14" y="31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24" y="70"/>
                  </a:lnTo>
                  <a:lnTo>
                    <a:pt x="47" y="95"/>
                  </a:lnTo>
                  <a:lnTo>
                    <a:pt x="68" y="122"/>
                  </a:lnTo>
                  <a:lnTo>
                    <a:pt x="84" y="149"/>
                  </a:lnTo>
                  <a:lnTo>
                    <a:pt x="99" y="180"/>
                  </a:lnTo>
                  <a:lnTo>
                    <a:pt x="109" y="213"/>
                  </a:lnTo>
                  <a:lnTo>
                    <a:pt x="115" y="248"/>
                  </a:lnTo>
                  <a:lnTo>
                    <a:pt x="117" y="283"/>
                  </a:lnTo>
                  <a:lnTo>
                    <a:pt x="117" y="283"/>
                  </a:lnTo>
                  <a:lnTo>
                    <a:pt x="115" y="301"/>
                  </a:lnTo>
                  <a:lnTo>
                    <a:pt x="115" y="301"/>
                  </a:lnTo>
                  <a:lnTo>
                    <a:pt x="136" y="301"/>
                  </a:lnTo>
                  <a:lnTo>
                    <a:pt x="136" y="301"/>
                  </a:lnTo>
                  <a:lnTo>
                    <a:pt x="167" y="299"/>
                  </a:lnTo>
                  <a:lnTo>
                    <a:pt x="200" y="293"/>
                  </a:lnTo>
                  <a:lnTo>
                    <a:pt x="233" y="285"/>
                  </a:lnTo>
                  <a:lnTo>
                    <a:pt x="266" y="270"/>
                  </a:lnTo>
                  <a:lnTo>
                    <a:pt x="282" y="262"/>
                  </a:lnTo>
                  <a:lnTo>
                    <a:pt x="295" y="252"/>
                  </a:lnTo>
                  <a:lnTo>
                    <a:pt x="307" y="242"/>
                  </a:lnTo>
                  <a:lnTo>
                    <a:pt x="319" y="229"/>
                  </a:lnTo>
                  <a:lnTo>
                    <a:pt x="328" y="217"/>
                  </a:lnTo>
                  <a:lnTo>
                    <a:pt x="334" y="204"/>
                  </a:lnTo>
                  <a:lnTo>
                    <a:pt x="338" y="190"/>
                  </a:lnTo>
                  <a:lnTo>
                    <a:pt x="340" y="176"/>
                  </a:lnTo>
                  <a:lnTo>
                    <a:pt x="340" y="176"/>
                  </a:lnTo>
                  <a:lnTo>
                    <a:pt x="338" y="149"/>
                  </a:lnTo>
                  <a:lnTo>
                    <a:pt x="334" y="122"/>
                  </a:lnTo>
                  <a:lnTo>
                    <a:pt x="328" y="97"/>
                  </a:lnTo>
                  <a:lnTo>
                    <a:pt x="317" y="74"/>
                  </a:lnTo>
                  <a:lnTo>
                    <a:pt x="305" y="54"/>
                  </a:lnTo>
                  <a:lnTo>
                    <a:pt x="290" y="33"/>
                  </a:lnTo>
                  <a:lnTo>
                    <a:pt x="274" y="15"/>
                  </a:lnTo>
                  <a:lnTo>
                    <a:pt x="255" y="0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19" name="图形"/>
            <p:cNvSpPr/>
            <p:nvPr>
              <p:custDataLst>
                <p:tags r:id="rId7"/>
              </p:custDataLst>
            </p:nvPr>
          </p:nvSpPr>
          <p:spPr bwMode="auto">
            <a:xfrm>
              <a:off x="3773488" y="4071938"/>
              <a:ext cx="441325" cy="450850"/>
            </a:xfrm>
            <a:custGeom>
              <a:avLst/>
              <a:gdLst>
                <a:gd name="T0" fmla="*/ 49 w 278"/>
                <a:gd name="T1" fmla="*/ 225 h 284"/>
                <a:gd name="T2" fmla="*/ 49 w 278"/>
                <a:gd name="T3" fmla="*/ 225 h 284"/>
                <a:gd name="T4" fmla="*/ 49 w 278"/>
                <a:gd name="T5" fmla="*/ 239 h 284"/>
                <a:gd name="T6" fmla="*/ 47 w 278"/>
                <a:gd name="T7" fmla="*/ 255 h 284"/>
                <a:gd name="T8" fmla="*/ 47 w 278"/>
                <a:gd name="T9" fmla="*/ 255 h 284"/>
                <a:gd name="T10" fmla="*/ 66 w 278"/>
                <a:gd name="T11" fmla="*/ 268 h 284"/>
                <a:gd name="T12" fmla="*/ 88 w 278"/>
                <a:gd name="T13" fmla="*/ 276 h 284"/>
                <a:gd name="T14" fmla="*/ 111 w 278"/>
                <a:gd name="T15" fmla="*/ 282 h 284"/>
                <a:gd name="T16" fmla="*/ 134 w 278"/>
                <a:gd name="T17" fmla="*/ 284 h 284"/>
                <a:gd name="T18" fmla="*/ 134 w 278"/>
                <a:gd name="T19" fmla="*/ 284 h 284"/>
                <a:gd name="T20" fmla="*/ 148 w 278"/>
                <a:gd name="T21" fmla="*/ 284 h 284"/>
                <a:gd name="T22" fmla="*/ 163 w 278"/>
                <a:gd name="T23" fmla="*/ 282 h 284"/>
                <a:gd name="T24" fmla="*/ 177 w 278"/>
                <a:gd name="T25" fmla="*/ 278 h 284"/>
                <a:gd name="T26" fmla="*/ 189 w 278"/>
                <a:gd name="T27" fmla="*/ 274 h 284"/>
                <a:gd name="T28" fmla="*/ 202 w 278"/>
                <a:gd name="T29" fmla="*/ 268 h 284"/>
                <a:gd name="T30" fmla="*/ 214 w 278"/>
                <a:gd name="T31" fmla="*/ 260 h 284"/>
                <a:gd name="T32" fmla="*/ 224 w 278"/>
                <a:gd name="T33" fmla="*/ 251 h 284"/>
                <a:gd name="T34" fmla="*/ 235 w 278"/>
                <a:gd name="T35" fmla="*/ 243 h 284"/>
                <a:gd name="T36" fmla="*/ 245 w 278"/>
                <a:gd name="T37" fmla="*/ 233 h 284"/>
                <a:gd name="T38" fmla="*/ 253 w 278"/>
                <a:gd name="T39" fmla="*/ 222 h 284"/>
                <a:gd name="T40" fmla="*/ 260 w 278"/>
                <a:gd name="T41" fmla="*/ 210 h 284"/>
                <a:gd name="T42" fmla="*/ 266 w 278"/>
                <a:gd name="T43" fmla="*/ 198 h 284"/>
                <a:gd name="T44" fmla="*/ 272 w 278"/>
                <a:gd name="T45" fmla="*/ 185 h 284"/>
                <a:gd name="T46" fmla="*/ 274 w 278"/>
                <a:gd name="T47" fmla="*/ 171 h 284"/>
                <a:gd name="T48" fmla="*/ 276 w 278"/>
                <a:gd name="T49" fmla="*/ 156 h 284"/>
                <a:gd name="T50" fmla="*/ 278 w 278"/>
                <a:gd name="T51" fmla="*/ 142 h 284"/>
                <a:gd name="T52" fmla="*/ 278 w 278"/>
                <a:gd name="T53" fmla="*/ 142 h 284"/>
                <a:gd name="T54" fmla="*/ 276 w 278"/>
                <a:gd name="T55" fmla="*/ 128 h 284"/>
                <a:gd name="T56" fmla="*/ 274 w 278"/>
                <a:gd name="T57" fmla="*/ 113 h 284"/>
                <a:gd name="T58" fmla="*/ 272 w 278"/>
                <a:gd name="T59" fmla="*/ 99 h 284"/>
                <a:gd name="T60" fmla="*/ 266 w 278"/>
                <a:gd name="T61" fmla="*/ 86 h 284"/>
                <a:gd name="T62" fmla="*/ 260 w 278"/>
                <a:gd name="T63" fmla="*/ 74 h 284"/>
                <a:gd name="T64" fmla="*/ 253 w 278"/>
                <a:gd name="T65" fmla="*/ 62 h 284"/>
                <a:gd name="T66" fmla="*/ 245 w 278"/>
                <a:gd name="T67" fmla="*/ 51 h 284"/>
                <a:gd name="T68" fmla="*/ 235 w 278"/>
                <a:gd name="T69" fmla="*/ 41 h 284"/>
                <a:gd name="T70" fmla="*/ 224 w 278"/>
                <a:gd name="T71" fmla="*/ 31 h 284"/>
                <a:gd name="T72" fmla="*/ 214 w 278"/>
                <a:gd name="T73" fmla="*/ 22 h 284"/>
                <a:gd name="T74" fmla="*/ 202 w 278"/>
                <a:gd name="T75" fmla="*/ 16 h 284"/>
                <a:gd name="T76" fmla="*/ 189 w 278"/>
                <a:gd name="T77" fmla="*/ 10 h 284"/>
                <a:gd name="T78" fmla="*/ 177 w 278"/>
                <a:gd name="T79" fmla="*/ 6 h 284"/>
                <a:gd name="T80" fmla="*/ 163 w 278"/>
                <a:gd name="T81" fmla="*/ 2 h 284"/>
                <a:gd name="T82" fmla="*/ 148 w 278"/>
                <a:gd name="T83" fmla="*/ 0 h 284"/>
                <a:gd name="T84" fmla="*/ 134 w 278"/>
                <a:gd name="T85" fmla="*/ 0 h 284"/>
                <a:gd name="T86" fmla="*/ 134 w 278"/>
                <a:gd name="T87" fmla="*/ 0 h 284"/>
                <a:gd name="T88" fmla="*/ 111 w 278"/>
                <a:gd name="T89" fmla="*/ 0 h 284"/>
                <a:gd name="T90" fmla="*/ 90 w 278"/>
                <a:gd name="T91" fmla="*/ 6 h 284"/>
                <a:gd name="T92" fmla="*/ 70 w 278"/>
                <a:gd name="T93" fmla="*/ 14 h 284"/>
                <a:gd name="T94" fmla="*/ 51 w 278"/>
                <a:gd name="T95" fmla="*/ 24 h 284"/>
                <a:gd name="T96" fmla="*/ 35 w 278"/>
                <a:gd name="T97" fmla="*/ 39 h 284"/>
                <a:gd name="T98" fmla="*/ 20 w 278"/>
                <a:gd name="T99" fmla="*/ 55 h 284"/>
                <a:gd name="T100" fmla="*/ 10 w 278"/>
                <a:gd name="T101" fmla="*/ 72 h 284"/>
                <a:gd name="T102" fmla="*/ 0 w 278"/>
                <a:gd name="T103" fmla="*/ 92 h 284"/>
                <a:gd name="T104" fmla="*/ 0 w 278"/>
                <a:gd name="T105" fmla="*/ 92 h 284"/>
                <a:gd name="T106" fmla="*/ 12 w 278"/>
                <a:gd name="T107" fmla="*/ 107 h 284"/>
                <a:gd name="T108" fmla="*/ 20 w 278"/>
                <a:gd name="T109" fmla="*/ 121 h 284"/>
                <a:gd name="T110" fmla="*/ 28 w 278"/>
                <a:gd name="T111" fmla="*/ 136 h 284"/>
                <a:gd name="T112" fmla="*/ 37 w 278"/>
                <a:gd name="T113" fmla="*/ 152 h 284"/>
                <a:gd name="T114" fmla="*/ 43 w 278"/>
                <a:gd name="T115" fmla="*/ 169 h 284"/>
                <a:gd name="T116" fmla="*/ 47 w 278"/>
                <a:gd name="T117" fmla="*/ 187 h 284"/>
                <a:gd name="T118" fmla="*/ 49 w 278"/>
                <a:gd name="T119" fmla="*/ 206 h 284"/>
                <a:gd name="T120" fmla="*/ 49 w 278"/>
                <a:gd name="T121" fmla="*/ 225 h 284"/>
                <a:gd name="T122" fmla="*/ 49 w 278"/>
                <a:gd name="T123" fmla="*/ 22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8" h="284">
                  <a:moveTo>
                    <a:pt x="49" y="225"/>
                  </a:moveTo>
                  <a:lnTo>
                    <a:pt x="49" y="225"/>
                  </a:lnTo>
                  <a:lnTo>
                    <a:pt x="49" y="239"/>
                  </a:lnTo>
                  <a:lnTo>
                    <a:pt x="47" y="255"/>
                  </a:lnTo>
                  <a:lnTo>
                    <a:pt x="47" y="255"/>
                  </a:lnTo>
                  <a:lnTo>
                    <a:pt x="66" y="268"/>
                  </a:lnTo>
                  <a:lnTo>
                    <a:pt x="88" y="276"/>
                  </a:lnTo>
                  <a:lnTo>
                    <a:pt x="111" y="282"/>
                  </a:lnTo>
                  <a:lnTo>
                    <a:pt x="134" y="284"/>
                  </a:lnTo>
                  <a:lnTo>
                    <a:pt x="134" y="284"/>
                  </a:lnTo>
                  <a:lnTo>
                    <a:pt x="148" y="284"/>
                  </a:lnTo>
                  <a:lnTo>
                    <a:pt x="163" y="282"/>
                  </a:lnTo>
                  <a:lnTo>
                    <a:pt x="177" y="278"/>
                  </a:lnTo>
                  <a:lnTo>
                    <a:pt x="189" y="274"/>
                  </a:lnTo>
                  <a:lnTo>
                    <a:pt x="202" y="268"/>
                  </a:lnTo>
                  <a:lnTo>
                    <a:pt x="214" y="260"/>
                  </a:lnTo>
                  <a:lnTo>
                    <a:pt x="224" y="251"/>
                  </a:lnTo>
                  <a:lnTo>
                    <a:pt x="235" y="243"/>
                  </a:lnTo>
                  <a:lnTo>
                    <a:pt x="245" y="233"/>
                  </a:lnTo>
                  <a:lnTo>
                    <a:pt x="253" y="222"/>
                  </a:lnTo>
                  <a:lnTo>
                    <a:pt x="260" y="210"/>
                  </a:lnTo>
                  <a:lnTo>
                    <a:pt x="266" y="198"/>
                  </a:lnTo>
                  <a:lnTo>
                    <a:pt x="272" y="185"/>
                  </a:lnTo>
                  <a:lnTo>
                    <a:pt x="274" y="171"/>
                  </a:lnTo>
                  <a:lnTo>
                    <a:pt x="276" y="156"/>
                  </a:lnTo>
                  <a:lnTo>
                    <a:pt x="278" y="142"/>
                  </a:lnTo>
                  <a:lnTo>
                    <a:pt x="278" y="142"/>
                  </a:lnTo>
                  <a:lnTo>
                    <a:pt x="276" y="128"/>
                  </a:lnTo>
                  <a:lnTo>
                    <a:pt x="274" y="113"/>
                  </a:lnTo>
                  <a:lnTo>
                    <a:pt x="272" y="99"/>
                  </a:lnTo>
                  <a:lnTo>
                    <a:pt x="266" y="86"/>
                  </a:lnTo>
                  <a:lnTo>
                    <a:pt x="260" y="74"/>
                  </a:lnTo>
                  <a:lnTo>
                    <a:pt x="253" y="62"/>
                  </a:lnTo>
                  <a:lnTo>
                    <a:pt x="245" y="51"/>
                  </a:lnTo>
                  <a:lnTo>
                    <a:pt x="235" y="41"/>
                  </a:lnTo>
                  <a:lnTo>
                    <a:pt x="224" y="31"/>
                  </a:lnTo>
                  <a:lnTo>
                    <a:pt x="214" y="22"/>
                  </a:lnTo>
                  <a:lnTo>
                    <a:pt x="202" y="16"/>
                  </a:lnTo>
                  <a:lnTo>
                    <a:pt x="189" y="10"/>
                  </a:lnTo>
                  <a:lnTo>
                    <a:pt x="177" y="6"/>
                  </a:lnTo>
                  <a:lnTo>
                    <a:pt x="163" y="2"/>
                  </a:lnTo>
                  <a:lnTo>
                    <a:pt x="148" y="0"/>
                  </a:lnTo>
                  <a:lnTo>
                    <a:pt x="134" y="0"/>
                  </a:lnTo>
                  <a:lnTo>
                    <a:pt x="134" y="0"/>
                  </a:lnTo>
                  <a:lnTo>
                    <a:pt x="111" y="0"/>
                  </a:lnTo>
                  <a:lnTo>
                    <a:pt x="90" y="6"/>
                  </a:lnTo>
                  <a:lnTo>
                    <a:pt x="70" y="14"/>
                  </a:lnTo>
                  <a:lnTo>
                    <a:pt x="51" y="24"/>
                  </a:lnTo>
                  <a:lnTo>
                    <a:pt x="35" y="39"/>
                  </a:lnTo>
                  <a:lnTo>
                    <a:pt x="20" y="55"/>
                  </a:lnTo>
                  <a:lnTo>
                    <a:pt x="10" y="7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12" y="107"/>
                  </a:lnTo>
                  <a:lnTo>
                    <a:pt x="20" y="121"/>
                  </a:lnTo>
                  <a:lnTo>
                    <a:pt x="28" y="136"/>
                  </a:lnTo>
                  <a:lnTo>
                    <a:pt x="37" y="152"/>
                  </a:lnTo>
                  <a:lnTo>
                    <a:pt x="43" y="169"/>
                  </a:lnTo>
                  <a:lnTo>
                    <a:pt x="47" y="187"/>
                  </a:lnTo>
                  <a:lnTo>
                    <a:pt x="49" y="206"/>
                  </a:lnTo>
                  <a:lnTo>
                    <a:pt x="49" y="225"/>
                  </a:lnTo>
                  <a:lnTo>
                    <a:pt x="49" y="22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0" name="图形"/>
            <p:cNvSpPr/>
            <p:nvPr>
              <p:custDataLst>
                <p:tags r:id="rId8"/>
              </p:custDataLst>
            </p:nvPr>
          </p:nvSpPr>
          <p:spPr bwMode="auto">
            <a:xfrm>
              <a:off x="2751138" y="4562475"/>
              <a:ext cx="542925" cy="477838"/>
            </a:xfrm>
            <a:custGeom>
              <a:avLst/>
              <a:gdLst>
                <a:gd name="T0" fmla="*/ 204 w 342"/>
                <a:gd name="T1" fmla="*/ 301 h 301"/>
                <a:gd name="T2" fmla="*/ 204 w 342"/>
                <a:gd name="T3" fmla="*/ 301 h 301"/>
                <a:gd name="T4" fmla="*/ 225 w 342"/>
                <a:gd name="T5" fmla="*/ 301 h 301"/>
                <a:gd name="T6" fmla="*/ 225 w 342"/>
                <a:gd name="T7" fmla="*/ 301 h 301"/>
                <a:gd name="T8" fmla="*/ 225 w 342"/>
                <a:gd name="T9" fmla="*/ 283 h 301"/>
                <a:gd name="T10" fmla="*/ 225 w 342"/>
                <a:gd name="T11" fmla="*/ 283 h 301"/>
                <a:gd name="T12" fmla="*/ 227 w 342"/>
                <a:gd name="T13" fmla="*/ 248 h 301"/>
                <a:gd name="T14" fmla="*/ 233 w 342"/>
                <a:gd name="T15" fmla="*/ 213 h 301"/>
                <a:gd name="T16" fmla="*/ 243 w 342"/>
                <a:gd name="T17" fmla="*/ 180 h 301"/>
                <a:gd name="T18" fmla="*/ 256 w 342"/>
                <a:gd name="T19" fmla="*/ 149 h 301"/>
                <a:gd name="T20" fmla="*/ 272 w 342"/>
                <a:gd name="T21" fmla="*/ 122 h 301"/>
                <a:gd name="T22" fmla="*/ 293 w 342"/>
                <a:gd name="T23" fmla="*/ 95 h 301"/>
                <a:gd name="T24" fmla="*/ 316 w 342"/>
                <a:gd name="T25" fmla="*/ 70 h 301"/>
                <a:gd name="T26" fmla="*/ 342 w 342"/>
                <a:gd name="T27" fmla="*/ 50 h 301"/>
                <a:gd name="T28" fmla="*/ 342 w 342"/>
                <a:gd name="T29" fmla="*/ 50 h 301"/>
                <a:gd name="T30" fmla="*/ 326 w 342"/>
                <a:gd name="T31" fmla="*/ 31 h 301"/>
                <a:gd name="T32" fmla="*/ 313 w 342"/>
                <a:gd name="T33" fmla="*/ 8 h 301"/>
                <a:gd name="T34" fmla="*/ 204 w 342"/>
                <a:gd name="T35" fmla="*/ 99 h 301"/>
                <a:gd name="T36" fmla="*/ 84 w 342"/>
                <a:gd name="T37" fmla="*/ 0 h 301"/>
                <a:gd name="T38" fmla="*/ 84 w 342"/>
                <a:gd name="T39" fmla="*/ 0 h 301"/>
                <a:gd name="T40" fmla="*/ 66 w 342"/>
                <a:gd name="T41" fmla="*/ 15 h 301"/>
                <a:gd name="T42" fmla="*/ 49 w 342"/>
                <a:gd name="T43" fmla="*/ 33 h 301"/>
                <a:gd name="T44" fmla="*/ 35 w 342"/>
                <a:gd name="T45" fmla="*/ 54 h 301"/>
                <a:gd name="T46" fmla="*/ 23 w 342"/>
                <a:gd name="T47" fmla="*/ 74 h 301"/>
                <a:gd name="T48" fmla="*/ 14 w 342"/>
                <a:gd name="T49" fmla="*/ 97 h 301"/>
                <a:gd name="T50" fmla="*/ 6 w 342"/>
                <a:gd name="T51" fmla="*/ 122 h 301"/>
                <a:gd name="T52" fmla="*/ 2 w 342"/>
                <a:gd name="T53" fmla="*/ 149 h 301"/>
                <a:gd name="T54" fmla="*/ 0 w 342"/>
                <a:gd name="T55" fmla="*/ 176 h 301"/>
                <a:gd name="T56" fmla="*/ 0 w 342"/>
                <a:gd name="T57" fmla="*/ 176 h 301"/>
                <a:gd name="T58" fmla="*/ 2 w 342"/>
                <a:gd name="T59" fmla="*/ 190 h 301"/>
                <a:gd name="T60" fmla="*/ 6 w 342"/>
                <a:gd name="T61" fmla="*/ 204 h 301"/>
                <a:gd name="T62" fmla="*/ 12 w 342"/>
                <a:gd name="T63" fmla="*/ 217 h 301"/>
                <a:gd name="T64" fmla="*/ 23 w 342"/>
                <a:gd name="T65" fmla="*/ 229 h 301"/>
                <a:gd name="T66" fmla="*/ 33 w 342"/>
                <a:gd name="T67" fmla="*/ 242 h 301"/>
                <a:gd name="T68" fmla="*/ 45 w 342"/>
                <a:gd name="T69" fmla="*/ 252 h 301"/>
                <a:gd name="T70" fmla="*/ 60 w 342"/>
                <a:gd name="T71" fmla="*/ 262 h 301"/>
                <a:gd name="T72" fmla="*/ 74 w 342"/>
                <a:gd name="T73" fmla="*/ 270 h 301"/>
                <a:gd name="T74" fmla="*/ 107 w 342"/>
                <a:gd name="T75" fmla="*/ 285 h 301"/>
                <a:gd name="T76" fmla="*/ 140 w 342"/>
                <a:gd name="T77" fmla="*/ 293 h 301"/>
                <a:gd name="T78" fmla="*/ 173 w 342"/>
                <a:gd name="T79" fmla="*/ 299 h 301"/>
                <a:gd name="T80" fmla="*/ 204 w 342"/>
                <a:gd name="T81" fmla="*/ 301 h 301"/>
                <a:gd name="T82" fmla="*/ 204 w 342"/>
                <a:gd name="T83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42" h="301">
                  <a:moveTo>
                    <a:pt x="204" y="301"/>
                  </a:moveTo>
                  <a:lnTo>
                    <a:pt x="204" y="301"/>
                  </a:lnTo>
                  <a:lnTo>
                    <a:pt x="225" y="301"/>
                  </a:lnTo>
                  <a:lnTo>
                    <a:pt x="225" y="301"/>
                  </a:lnTo>
                  <a:lnTo>
                    <a:pt x="225" y="283"/>
                  </a:lnTo>
                  <a:lnTo>
                    <a:pt x="225" y="283"/>
                  </a:lnTo>
                  <a:lnTo>
                    <a:pt x="227" y="248"/>
                  </a:lnTo>
                  <a:lnTo>
                    <a:pt x="233" y="213"/>
                  </a:lnTo>
                  <a:lnTo>
                    <a:pt x="243" y="180"/>
                  </a:lnTo>
                  <a:lnTo>
                    <a:pt x="256" y="149"/>
                  </a:lnTo>
                  <a:lnTo>
                    <a:pt x="272" y="122"/>
                  </a:lnTo>
                  <a:lnTo>
                    <a:pt x="293" y="95"/>
                  </a:lnTo>
                  <a:lnTo>
                    <a:pt x="316" y="70"/>
                  </a:lnTo>
                  <a:lnTo>
                    <a:pt x="342" y="50"/>
                  </a:lnTo>
                  <a:lnTo>
                    <a:pt x="342" y="50"/>
                  </a:lnTo>
                  <a:lnTo>
                    <a:pt x="326" y="31"/>
                  </a:lnTo>
                  <a:lnTo>
                    <a:pt x="313" y="8"/>
                  </a:lnTo>
                  <a:lnTo>
                    <a:pt x="204" y="99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66" y="15"/>
                  </a:lnTo>
                  <a:lnTo>
                    <a:pt x="49" y="33"/>
                  </a:lnTo>
                  <a:lnTo>
                    <a:pt x="35" y="54"/>
                  </a:lnTo>
                  <a:lnTo>
                    <a:pt x="23" y="74"/>
                  </a:lnTo>
                  <a:lnTo>
                    <a:pt x="14" y="97"/>
                  </a:lnTo>
                  <a:lnTo>
                    <a:pt x="6" y="122"/>
                  </a:lnTo>
                  <a:lnTo>
                    <a:pt x="2" y="149"/>
                  </a:lnTo>
                  <a:lnTo>
                    <a:pt x="0" y="176"/>
                  </a:lnTo>
                  <a:lnTo>
                    <a:pt x="0" y="176"/>
                  </a:lnTo>
                  <a:lnTo>
                    <a:pt x="2" y="190"/>
                  </a:lnTo>
                  <a:lnTo>
                    <a:pt x="6" y="204"/>
                  </a:lnTo>
                  <a:lnTo>
                    <a:pt x="12" y="217"/>
                  </a:lnTo>
                  <a:lnTo>
                    <a:pt x="23" y="229"/>
                  </a:lnTo>
                  <a:lnTo>
                    <a:pt x="33" y="242"/>
                  </a:lnTo>
                  <a:lnTo>
                    <a:pt x="45" y="252"/>
                  </a:lnTo>
                  <a:lnTo>
                    <a:pt x="60" y="262"/>
                  </a:lnTo>
                  <a:lnTo>
                    <a:pt x="74" y="270"/>
                  </a:lnTo>
                  <a:lnTo>
                    <a:pt x="107" y="285"/>
                  </a:lnTo>
                  <a:lnTo>
                    <a:pt x="140" y="293"/>
                  </a:lnTo>
                  <a:lnTo>
                    <a:pt x="173" y="299"/>
                  </a:lnTo>
                  <a:lnTo>
                    <a:pt x="204" y="301"/>
                  </a:lnTo>
                  <a:lnTo>
                    <a:pt x="204" y="30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1" name="图形"/>
            <p:cNvSpPr/>
            <p:nvPr>
              <p:custDataLst>
                <p:tags r:id="rId9"/>
              </p:custDataLst>
            </p:nvPr>
          </p:nvSpPr>
          <p:spPr bwMode="auto">
            <a:xfrm>
              <a:off x="2849563" y="4071938"/>
              <a:ext cx="438150" cy="450850"/>
            </a:xfrm>
            <a:custGeom>
              <a:avLst/>
              <a:gdLst>
                <a:gd name="T0" fmla="*/ 142 w 276"/>
                <a:gd name="T1" fmla="*/ 284 h 284"/>
                <a:gd name="T2" fmla="*/ 142 w 276"/>
                <a:gd name="T3" fmla="*/ 284 h 284"/>
                <a:gd name="T4" fmla="*/ 167 w 276"/>
                <a:gd name="T5" fmla="*/ 282 h 284"/>
                <a:gd name="T6" fmla="*/ 190 w 276"/>
                <a:gd name="T7" fmla="*/ 276 h 284"/>
                <a:gd name="T8" fmla="*/ 210 w 276"/>
                <a:gd name="T9" fmla="*/ 268 h 284"/>
                <a:gd name="T10" fmla="*/ 229 w 276"/>
                <a:gd name="T11" fmla="*/ 255 h 284"/>
                <a:gd name="T12" fmla="*/ 229 w 276"/>
                <a:gd name="T13" fmla="*/ 255 h 284"/>
                <a:gd name="T14" fmla="*/ 229 w 276"/>
                <a:gd name="T15" fmla="*/ 239 h 284"/>
                <a:gd name="T16" fmla="*/ 227 w 276"/>
                <a:gd name="T17" fmla="*/ 225 h 284"/>
                <a:gd name="T18" fmla="*/ 227 w 276"/>
                <a:gd name="T19" fmla="*/ 225 h 284"/>
                <a:gd name="T20" fmla="*/ 229 w 276"/>
                <a:gd name="T21" fmla="*/ 206 h 284"/>
                <a:gd name="T22" fmla="*/ 231 w 276"/>
                <a:gd name="T23" fmla="*/ 187 h 284"/>
                <a:gd name="T24" fmla="*/ 235 w 276"/>
                <a:gd name="T25" fmla="*/ 169 h 284"/>
                <a:gd name="T26" fmla="*/ 241 w 276"/>
                <a:gd name="T27" fmla="*/ 152 h 284"/>
                <a:gd name="T28" fmla="*/ 247 w 276"/>
                <a:gd name="T29" fmla="*/ 136 h 284"/>
                <a:gd name="T30" fmla="*/ 256 w 276"/>
                <a:gd name="T31" fmla="*/ 121 h 284"/>
                <a:gd name="T32" fmla="*/ 266 w 276"/>
                <a:gd name="T33" fmla="*/ 107 h 284"/>
                <a:gd name="T34" fmla="*/ 276 w 276"/>
                <a:gd name="T35" fmla="*/ 92 h 284"/>
                <a:gd name="T36" fmla="*/ 276 w 276"/>
                <a:gd name="T37" fmla="*/ 92 h 284"/>
                <a:gd name="T38" fmla="*/ 268 w 276"/>
                <a:gd name="T39" fmla="*/ 72 h 284"/>
                <a:gd name="T40" fmla="*/ 256 w 276"/>
                <a:gd name="T41" fmla="*/ 55 h 284"/>
                <a:gd name="T42" fmla="*/ 241 w 276"/>
                <a:gd name="T43" fmla="*/ 39 h 284"/>
                <a:gd name="T44" fmla="*/ 225 w 276"/>
                <a:gd name="T45" fmla="*/ 24 h 284"/>
                <a:gd name="T46" fmla="*/ 206 w 276"/>
                <a:gd name="T47" fmla="*/ 14 h 284"/>
                <a:gd name="T48" fmla="*/ 185 w 276"/>
                <a:gd name="T49" fmla="*/ 6 h 284"/>
                <a:gd name="T50" fmla="*/ 165 w 276"/>
                <a:gd name="T51" fmla="*/ 0 h 284"/>
                <a:gd name="T52" fmla="*/ 142 w 276"/>
                <a:gd name="T53" fmla="*/ 0 h 284"/>
                <a:gd name="T54" fmla="*/ 142 w 276"/>
                <a:gd name="T55" fmla="*/ 0 h 284"/>
                <a:gd name="T56" fmla="*/ 128 w 276"/>
                <a:gd name="T57" fmla="*/ 0 h 284"/>
                <a:gd name="T58" fmla="*/ 113 w 276"/>
                <a:gd name="T59" fmla="*/ 2 h 284"/>
                <a:gd name="T60" fmla="*/ 99 w 276"/>
                <a:gd name="T61" fmla="*/ 6 h 284"/>
                <a:gd name="T62" fmla="*/ 86 w 276"/>
                <a:gd name="T63" fmla="*/ 10 h 284"/>
                <a:gd name="T64" fmla="*/ 74 w 276"/>
                <a:gd name="T65" fmla="*/ 16 h 284"/>
                <a:gd name="T66" fmla="*/ 62 w 276"/>
                <a:gd name="T67" fmla="*/ 22 h 284"/>
                <a:gd name="T68" fmla="*/ 51 w 276"/>
                <a:gd name="T69" fmla="*/ 31 h 284"/>
                <a:gd name="T70" fmla="*/ 41 w 276"/>
                <a:gd name="T71" fmla="*/ 41 h 284"/>
                <a:gd name="T72" fmla="*/ 31 w 276"/>
                <a:gd name="T73" fmla="*/ 51 h 284"/>
                <a:gd name="T74" fmla="*/ 22 w 276"/>
                <a:gd name="T75" fmla="*/ 62 h 284"/>
                <a:gd name="T76" fmla="*/ 16 w 276"/>
                <a:gd name="T77" fmla="*/ 74 h 284"/>
                <a:gd name="T78" fmla="*/ 10 w 276"/>
                <a:gd name="T79" fmla="*/ 86 h 284"/>
                <a:gd name="T80" fmla="*/ 6 w 276"/>
                <a:gd name="T81" fmla="*/ 99 h 284"/>
                <a:gd name="T82" fmla="*/ 2 w 276"/>
                <a:gd name="T83" fmla="*/ 113 h 284"/>
                <a:gd name="T84" fmla="*/ 0 w 276"/>
                <a:gd name="T85" fmla="*/ 128 h 284"/>
                <a:gd name="T86" fmla="*/ 0 w 276"/>
                <a:gd name="T87" fmla="*/ 142 h 284"/>
                <a:gd name="T88" fmla="*/ 0 w 276"/>
                <a:gd name="T89" fmla="*/ 142 h 284"/>
                <a:gd name="T90" fmla="*/ 0 w 276"/>
                <a:gd name="T91" fmla="*/ 156 h 284"/>
                <a:gd name="T92" fmla="*/ 2 w 276"/>
                <a:gd name="T93" fmla="*/ 171 h 284"/>
                <a:gd name="T94" fmla="*/ 6 w 276"/>
                <a:gd name="T95" fmla="*/ 185 h 284"/>
                <a:gd name="T96" fmla="*/ 10 w 276"/>
                <a:gd name="T97" fmla="*/ 198 h 284"/>
                <a:gd name="T98" fmla="*/ 16 w 276"/>
                <a:gd name="T99" fmla="*/ 210 h 284"/>
                <a:gd name="T100" fmla="*/ 22 w 276"/>
                <a:gd name="T101" fmla="*/ 222 h 284"/>
                <a:gd name="T102" fmla="*/ 31 w 276"/>
                <a:gd name="T103" fmla="*/ 233 h 284"/>
                <a:gd name="T104" fmla="*/ 41 w 276"/>
                <a:gd name="T105" fmla="*/ 243 h 284"/>
                <a:gd name="T106" fmla="*/ 51 w 276"/>
                <a:gd name="T107" fmla="*/ 251 h 284"/>
                <a:gd name="T108" fmla="*/ 62 w 276"/>
                <a:gd name="T109" fmla="*/ 260 h 284"/>
                <a:gd name="T110" fmla="*/ 74 w 276"/>
                <a:gd name="T111" fmla="*/ 268 h 284"/>
                <a:gd name="T112" fmla="*/ 86 w 276"/>
                <a:gd name="T113" fmla="*/ 274 h 284"/>
                <a:gd name="T114" fmla="*/ 99 w 276"/>
                <a:gd name="T115" fmla="*/ 278 h 284"/>
                <a:gd name="T116" fmla="*/ 113 w 276"/>
                <a:gd name="T117" fmla="*/ 282 h 284"/>
                <a:gd name="T118" fmla="*/ 128 w 276"/>
                <a:gd name="T119" fmla="*/ 284 h 284"/>
                <a:gd name="T120" fmla="*/ 142 w 276"/>
                <a:gd name="T121" fmla="*/ 284 h 284"/>
                <a:gd name="T122" fmla="*/ 142 w 276"/>
                <a:gd name="T1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6" h="284">
                  <a:moveTo>
                    <a:pt x="142" y="284"/>
                  </a:moveTo>
                  <a:lnTo>
                    <a:pt x="142" y="284"/>
                  </a:lnTo>
                  <a:lnTo>
                    <a:pt x="167" y="282"/>
                  </a:lnTo>
                  <a:lnTo>
                    <a:pt x="190" y="276"/>
                  </a:lnTo>
                  <a:lnTo>
                    <a:pt x="210" y="268"/>
                  </a:lnTo>
                  <a:lnTo>
                    <a:pt x="229" y="255"/>
                  </a:lnTo>
                  <a:lnTo>
                    <a:pt x="229" y="255"/>
                  </a:lnTo>
                  <a:lnTo>
                    <a:pt x="229" y="239"/>
                  </a:lnTo>
                  <a:lnTo>
                    <a:pt x="227" y="225"/>
                  </a:lnTo>
                  <a:lnTo>
                    <a:pt x="227" y="225"/>
                  </a:lnTo>
                  <a:lnTo>
                    <a:pt x="229" y="206"/>
                  </a:lnTo>
                  <a:lnTo>
                    <a:pt x="231" y="187"/>
                  </a:lnTo>
                  <a:lnTo>
                    <a:pt x="235" y="169"/>
                  </a:lnTo>
                  <a:lnTo>
                    <a:pt x="241" y="152"/>
                  </a:lnTo>
                  <a:lnTo>
                    <a:pt x="247" y="136"/>
                  </a:lnTo>
                  <a:lnTo>
                    <a:pt x="256" y="121"/>
                  </a:lnTo>
                  <a:lnTo>
                    <a:pt x="266" y="107"/>
                  </a:lnTo>
                  <a:lnTo>
                    <a:pt x="276" y="92"/>
                  </a:lnTo>
                  <a:lnTo>
                    <a:pt x="276" y="92"/>
                  </a:lnTo>
                  <a:lnTo>
                    <a:pt x="268" y="72"/>
                  </a:lnTo>
                  <a:lnTo>
                    <a:pt x="256" y="55"/>
                  </a:lnTo>
                  <a:lnTo>
                    <a:pt x="241" y="39"/>
                  </a:lnTo>
                  <a:lnTo>
                    <a:pt x="225" y="24"/>
                  </a:lnTo>
                  <a:lnTo>
                    <a:pt x="206" y="14"/>
                  </a:lnTo>
                  <a:lnTo>
                    <a:pt x="185" y="6"/>
                  </a:lnTo>
                  <a:lnTo>
                    <a:pt x="165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28" y="0"/>
                  </a:lnTo>
                  <a:lnTo>
                    <a:pt x="113" y="2"/>
                  </a:lnTo>
                  <a:lnTo>
                    <a:pt x="99" y="6"/>
                  </a:lnTo>
                  <a:lnTo>
                    <a:pt x="86" y="10"/>
                  </a:lnTo>
                  <a:lnTo>
                    <a:pt x="74" y="16"/>
                  </a:lnTo>
                  <a:lnTo>
                    <a:pt x="62" y="22"/>
                  </a:lnTo>
                  <a:lnTo>
                    <a:pt x="51" y="31"/>
                  </a:lnTo>
                  <a:lnTo>
                    <a:pt x="41" y="41"/>
                  </a:lnTo>
                  <a:lnTo>
                    <a:pt x="31" y="51"/>
                  </a:lnTo>
                  <a:lnTo>
                    <a:pt x="22" y="62"/>
                  </a:lnTo>
                  <a:lnTo>
                    <a:pt x="16" y="74"/>
                  </a:lnTo>
                  <a:lnTo>
                    <a:pt x="10" y="86"/>
                  </a:lnTo>
                  <a:lnTo>
                    <a:pt x="6" y="99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56"/>
                  </a:lnTo>
                  <a:lnTo>
                    <a:pt x="2" y="171"/>
                  </a:lnTo>
                  <a:lnTo>
                    <a:pt x="6" y="185"/>
                  </a:lnTo>
                  <a:lnTo>
                    <a:pt x="10" y="198"/>
                  </a:lnTo>
                  <a:lnTo>
                    <a:pt x="16" y="210"/>
                  </a:lnTo>
                  <a:lnTo>
                    <a:pt x="22" y="222"/>
                  </a:lnTo>
                  <a:lnTo>
                    <a:pt x="31" y="233"/>
                  </a:lnTo>
                  <a:lnTo>
                    <a:pt x="41" y="243"/>
                  </a:lnTo>
                  <a:lnTo>
                    <a:pt x="51" y="251"/>
                  </a:lnTo>
                  <a:lnTo>
                    <a:pt x="62" y="260"/>
                  </a:lnTo>
                  <a:lnTo>
                    <a:pt x="74" y="268"/>
                  </a:lnTo>
                  <a:lnTo>
                    <a:pt x="86" y="274"/>
                  </a:lnTo>
                  <a:lnTo>
                    <a:pt x="99" y="278"/>
                  </a:lnTo>
                  <a:lnTo>
                    <a:pt x="113" y="282"/>
                  </a:lnTo>
                  <a:lnTo>
                    <a:pt x="128" y="284"/>
                  </a:lnTo>
                  <a:lnTo>
                    <a:pt x="142" y="284"/>
                  </a:lnTo>
                  <a:lnTo>
                    <a:pt x="142" y="2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2" name="图形"/>
            <p:cNvSpPr/>
            <p:nvPr>
              <p:custDataLst>
                <p:tags r:id="rId10"/>
              </p:custDataLst>
            </p:nvPr>
          </p:nvSpPr>
          <p:spPr bwMode="auto">
            <a:xfrm>
              <a:off x="3182938" y="4710113"/>
              <a:ext cx="698500" cy="520700"/>
            </a:xfrm>
            <a:custGeom>
              <a:avLst/>
              <a:gdLst>
                <a:gd name="T0" fmla="*/ 440 w 440"/>
                <a:gd name="T1" fmla="*/ 190 h 328"/>
                <a:gd name="T2" fmla="*/ 440 w 440"/>
                <a:gd name="T3" fmla="*/ 190 h 328"/>
                <a:gd name="T4" fmla="*/ 438 w 440"/>
                <a:gd name="T5" fmla="*/ 161 h 328"/>
                <a:gd name="T6" fmla="*/ 431 w 440"/>
                <a:gd name="T7" fmla="*/ 134 h 328"/>
                <a:gd name="T8" fmla="*/ 425 w 440"/>
                <a:gd name="T9" fmla="*/ 107 h 328"/>
                <a:gd name="T10" fmla="*/ 413 w 440"/>
                <a:gd name="T11" fmla="*/ 83 h 328"/>
                <a:gd name="T12" fmla="*/ 400 w 440"/>
                <a:gd name="T13" fmla="*/ 58 h 328"/>
                <a:gd name="T14" fmla="*/ 384 w 440"/>
                <a:gd name="T15" fmla="*/ 37 h 328"/>
                <a:gd name="T16" fmla="*/ 365 w 440"/>
                <a:gd name="T17" fmla="*/ 16 h 328"/>
                <a:gd name="T18" fmla="*/ 347 w 440"/>
                <a:gd name="T19" fmla="*/ 0 h 328"/>
                <a:gd name="T20" fmla="*/ 219 w 440"/>
                <a:gd name="T21" fmla="*/ 105 h 328"/>
                <a:gd name="T22" fmla="*/ 93 w 440"/>
                <a:gd name="T23" fmla="*/ 0 h 328"/>
                <a:gd name="T24" fmla="*/ 93 w 440"/>
                <a:gd name="T25" fmla="*/ 0 h 328"/>
                <a:gd name="T26" fmla="*/ 72 w 440"/>
                <a:gd name="T27" fmla="*/ 16 h 328"/>
                <a:gd name="T28" fmla="*/ 54 w 440"/>
                <a:gd name="T29" fmla="*/ 37 h 328"/>
                <a:gd name="T30" fmla="*/ 39 w 440"/>
                <a:gd name="T31" fmla="*/ 58 h 328"/>
                <a:gd name="T32" fmla="*/ 25 w 440"/>
                <a:gd name="T33" fmla="*/ 83 h 328"/>
                <a:gd name="T34" fmla="*/ 15 w 440"/>
                <a:gd name="T35" fmla="*/ 107 h 328"/>
                <a:gd name="T36" fmla="*/ 6 w 440"/>
                <a:gd name="T37" fmla="*/ 134 h 328"/>
                <a:gd name="T38" fmla="*/ 2 w 440"/>
                <a:gd name="T39" fmla="*/ 161 h 328"/>
                <a:gd name="T40" fmla="*/ 0 w 440"/>
                <a:gd name="T41" fmla="*/ 190 h 328"/>
                <a:gd name="T42" fmla="*/ 0 w 440"/>
                <a:gd name="T43" fmla="*/ 190 h 328"/>
                <a:gd name="T44" fmla="*/ 0 w 440"/>
                <a:gd name="T45" fmla="*/ 206 h 328"/>
                <a:gd name="T46" fmla="*/ 6 w 440"/>
                <a:gd name="T47" fmla="*/ 223 h 328"/>
                <a:gd name="T48" fmla="*/ 13 w 440"/>
                <a:gd name="T49" fmla="*/ 237 h 328"/>
                <a:gd name="T50" fmla="*/ 23 w 440"/>
                <a:gd name="T51" fmla="*/ 250 h 328"/>
                <a:gd name="T52" fmla="*/ 35 w 440"/>
                <a:gd name="T53" fmla="*/ 262 h 328"/>
                <a:gd name="T54" fmla="*/ 48 w 440"/>
                <a:gd name="T55" fmla="*/ 274 h 328"/>
                <a:gd name="T56" fmla="*/ 64 w 440"/>
                <a:gd name="T57" fmla="*/ 285 h 328"/>
                <a:gd name="T58" fmla="*/ 79 w 440"/>
                <a:gd name="T59" fmla="*/ 293 h 328"/>
                <a:gd name="T60" fmla="*/ 97 w 440"/>
                <a:gd name="T61" fmla="*/ 301 h 328"/>
                <a:gd name="T62" fmla="*/ 116 w 440"/>
                <a:gd name="T63" fmla="*/ 309 h 328"/>
                <a:gd name="T64" fmla="*/ 151 w 440"/>
                <a:gd name="T65" fmla="*/ 320 h 328"/>
                <a:gd name="T66" fmla="*/ 188 w 440"/>
                <a:gd name="T67" fmla="*/ 326 h 328"/>
                <a:gd name="T68" fmla="*/ 219 w 440"/>
                <a:gd name="T69" fmla="*/ 328 h 328"/>
                <a:gd name="T70" fmla="*/ 219 w 440"/>
                <a:gd name="T71" fmla="*/ 328 h 328"/>
                <a:gd name="T72" fmla="*/ 252 w 440"/>
                <a:gd name="T73" fmla="*/ 326 h 328"/>
                <a:gd name="T74" fmla="*/ 287 w 440"/>
                <a:gd name="T75" fmla="*/ 320 h 328"/>
                <a:gd name="T76" fmla="*/ 324 w 440"/>
                <a:gd name="T77" fmla="*/ 309 h 328"/>
                <a:gd name="T78" fmla="*/ 343 w 440"/>
                <a:gd name="T79" fmla="*/ 301 h 328"/>
                <a:gd name="T80" fmla="*/ 359 w 440"/>
                <a:gd name="T81" fmla="*/ 293 h 328"/>
                <a:gd name="T82" fmla="*/ 376 w 440"/>
                <a:gd name="T83" fmla="*/ 285 h 328"/>
                <a:gd name="T84" fmla="*/ 390 w 440"/>
                <a:gd name="T85" fmla="*/ 274 h 328"/>
                <a:gd name="T86" fmla="*/ 405 w 440"/>
                <a:gd name="T87" fmla="*/ 262 h 328"/>
                <a:gd name="T88" fmla="*/ 415 w 440"/>
                <a:gd name="T89" fmla="*/ 250 h 328"/>
                <a:gd name="T90" fmla="*/ 425 w 440"/>
                <a:gd name="T91" fmla="*/ 237 h 328"/>
                <a:gd name="T92" fmla="*/ 433 w 440"/>
                <a:gd name="T93" fmla="*/ 223 h 328"/>
                <a:gd name="T94" fmla="*/ 438 w 440"/>
                <a:gd name="T95" fmla="*/ 206 h 328"/>
                <a:gd name="T96" fmla="*/ 440 w 440"/>
                <a:gd name="T97" fmla="*/ 190 h 328"/>
                <a:gd name="T98" fmla="*/ 440 w 440"/>
                <a:gd name="T99" fmla="*/ 190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40" h="328">
                  <a:moveTo>
                    <a:pt x="440" y="190"/>
                  </a:moveTo>
                  <a:lnTo>
                    <a:pt x="440" y="190"/>
                  </a:lnTo>
                  <a:lnTo>
                    <a:pt x="438" y="161"/>
                  </a:lnTo>
                  <a:lnTo>
                    <a:pt x="431" y="134"/>
                  </a:lnTo>
                  <a:lnTo>
                    <a:pt x="425" y="107"/>
                  </a:lnTo>
                  <a:lnTo>
                    <a:pt x="413" y="83"/>
                  </a:lnTo>
                  <a:lnTo>
                    <a:pt x="400" y="58"/>
                  </a:lnTo>
                  <a:lnTo>
                    <a:pt x="384" y="37"/>
                  </a:lnTo>
                  <a:lnTo>
                    <a:pt x="365" y="16"/>
                  </a:lnTo>
                  <a:lnTo>
                    <a:pt x="347" y="0"/>
                  </a:lnTo>
                  <a:lnTo>
                    <a:pt x="219" y="105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72" y="16"/>
                  </a:lnTo>
                  <a:lnTo>
                    <a:pt x="54" y="37"/>
                  </a:lnTo>
                  <a:lnTo>
                    <a:pt x="39" y="58"/>
                  </a:lnTo>
                  <a:lnTo>
                    <a:pt x="25" y="83"/>
                  </a:lnTo>
                  <a:lnTo>
                    <a:pt x="15" y="107"/>
                  </a:lnTo>
                  <a:lnTo>
                    <a:pt x="6" y="134"/>
                  </a:lnTo>
                  <a:lnTo>
                    <a:pt x="2" y="161"/>
                  </a:lnTo>
                  <a:lnTo>
                    <a:pt x="0" y="190"/>
                  </a:lnTo>
                  <a:lnTo>
                    <a:pt x="0" y="190"/>
                  </a:lnTo>
                  <a:lnTo>
                    <a:pt x="0" y="206"/>
                  </a:lnTo>
                  <a:lnTo>
                    <a:pt x="6" y="223"/>
                  </a:lnTo>
                  <a:lnTo>
                    <a:pt x="13" y="237"/>
                  </a:lnTo>
                  <a:lnTo>
                    <a:pt x="23" y="250"/>
                  </a:lnTo>
                  <a:lnTo>
                    <a:pt x="35" y="262"/>
                  </a:lnTo>
                  <a:lnTo>
                    <a:pt x="48" y="274"/>
                  </a:lnTo>
                  <a:lnTo>
                    <a:pt x="64" y="285"/>
                  </a:lnTo>
                  <a:lnTo>
                    <a:pt x="79" y="293"/>
                  </a:lnTo>
                  <a:lnTo>
                    <a:pt x="97" y="301"/>
                  </a:lnTo>
                  <a:lnTo>
                    <a:pt x="116" y="309"/>
                  </a:lnTo>
                  <a:lnTo>
                    <a:pt x="151" y="320"/>
                  </a:lnTo>
                  <a:lnTo>
                    <a:pt x="188" y="326"/>
                  </a:lnTo>
                  <a:lnTo>
                    <a:pt x="219" y="328"/>
                  </a:lnTo>
                  <a:lnTo>
                    <a:pt x="219" y="328"/>
                  </a:lnTo>
                  <a:lnTo>
                    <a:pt x="252" y="326"/>
                  </a:lnTo>
                  <a:lnTo>
                    <a:pt x="287" y="320"/>
                  </a:lnTo>
                  <a:lnTo>
                    <a:pt x="324" y="309"/>
                  </a:lnTo>
                  <a:lnTo>
                    <a:pt x="343" y="301"/>
                  </a:lnTo>
                  <a:lnTo>
                    <a:pt x="359" y="293"/>
                  </a:lnTo>
                  <a:lnTo>
                    <a:pt x="376" y="285"/>
                  </a:lnTo>
                  <a:lnTo>
                    <a:pt x="390" y="274"/>
                  </a:lnTo>
                  <a:lnTo>
                    <a:pt x="405" y="262"/>
                  </a:lnTo>
                  <a:lnTo>
                    <a:pt x="415" y="250"/>
                  </a:lnTo>
                  <a:lnTo>
                    <a:pt x="425" y="237"/>
                  </a:lnTo>
                  <a:lnTo>
                    <a:pt x="433" y="223"/>
                  </a:lnTo>
                  <a:lnTo>
                    <a:pt x="438" y="206"/>
                  </a:lnTo>
                  <a:lnTo>
                    <a:pt x="440" y="190"/>
                  </a:lnTo>
                  <a:lnTo>
                    <a:pt x="440" y="1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  <p:sp>
          <p:nvSpPr>
            <p:cNvPr id="23" name="图形"/>
            <p:cNvSpPr/>
            <p:nvPr>
              <p:custDataLst>
                <p:tags r:id="rId11"/>
              </p:custDataLst>
            </p:nvPr>
          </p:nvSpPr>
          <p:spPr bwMode="auto">
            <a:xfrm>
              <a:off x="3284538" y="4183063"/>
              <a:ext cx="492125" cy="487363"/>
            </a:xfrm>
            <a:custGeom>
              <a:avLst/>
              <a:gdLst>
                <a:gd name="T0" fmla="*/ 155 w 310"/>
                <a:gd name="T1" fmla="*/ 0 h 307"/>
                <a:gd name="T2" fmla="*/ 124 w 310"/>
                <a:gd name="T3" fmla="*/ 2 h 307"/>
                <a:gd name="T4" fmla="*/ 95 w 310"/>
                <a:gd name="T5" fmla="*/ 12 h 307"/>
                <a:gd name="T6" fmla="*/ 68 w 310"/>
                <a:gd name="T7" fmla="*/ 27 h 307"/>
                <a:gd name="T8" fmla="*/ 46 w 310"/>
                <a:gd name="T9" fmla="*/ 45 h 307"/>
                <a:gd name="T10" fmla="*/ 27 w 310"/>
                <a:gd name="T11" fmla="*/ 68 h 307"/>
                <a:gd name="T12" fmla="*/ 13 w 310"/>
                <a:gd name="T13" fmla="*/ 95 h 307"/>
                <a:gd name="T14" fmla="*/ 4 w 310"/>
                <a:gd name="T15" fmla="*/ 124 h 307"/>
                <a:gd name="T16" fmla="*/ 0 w 310"/>
                <a:gd name="T17" fmla="*/ 155 h 307"/>
                <a:gd name="T18" fmla="*/ 2 w 310"/>
                <a:gd name="T19" fmla="*/ 169 h 307"/>
                <a:gd name="T20" fmla="*/ 8 w 310"/>
                <a:gd name="T21" fmla="*/ 200 h 307"/>
                <a:gd name="T22" fmla="*/ 19 w 310"/>
                <a:gd name="T23" fmla="*/ 227 h 307"/>
                <a:gd name="T24" fmla="*/ 35 w 310"/>
                <a:gd name="T25" fmla="*/ 252 h 307"/>
                <a:gd name="T26" fmla="*/ 58 w 310"/>
                <a:gd name="T27" fmla="*/ 272 h 307"/>
                <a:gd name="T28" fmla="*/ 83 w 310"/>
                <a:gd name="T29" fmla="*/ 289 h 307"/>
                <a:gd name="T30" fmla="*/ 109 w 310"/>
                <a:gd name="T31" fmla="*/ 301 h 307"/>
                <a:gd name="T32" fmla="*/ 140 w 310"/>
                <a:gd name="T33" fmla="*/ 307 h 307"/>
                <a:gd name="T34" fmla="*/ 155 w 310"/>
                <a:gd name="T35" fmla="*/ 307 h 307"/>
                <a:gd name="T36" fmla="*/ 186 w 310"/>
                <a:gd name="T37" fmla="*/ 305 h 307"/>
                <a:gd name="T38" fmla="*/ 215 w 310"/>
                <a:gd name="T39" fmla="*/ 297 h 307"/>
                <a:gd name="T40" fmla="*/ 242 w 310"/>
                <a:gd name="T41" fmla="*/ 282 h 307"/>
                <a:gd name="T42" fmla="*/ 264 w 310"/>
                <a:gd name="T43" fmla="*/ 264 h 307"/>
                <a:gd name="T44" fmla="*/ 283 w 310"/>
                <a:gd name="T45" fmla="*/ 241 h 307"/>
                <a:gd name="T46" fmla="*/ 297 w 310"/>
                <a:gd name="T47" fmla="*/ 214 h 307"/>
                <a:gd name="T48" fmla="*/ 306 w 310"/>
                <a:gd name="T49" fmla="*/ 185 h 307"/>
                <a:gd name="T50" fmla="*/ 310 w 310"/>
                <a:gd name="T51" fmla="*/ 155 h 307"/>
                <a:gd name="T52" fmla="*/ 310 w 310"/>
                <a:gd name="T53" fmla="*/ 138 h 307"/>
                <a:gd name="T54" fmla="*/ 303 w 310"/>
                <a:gd name="T55" fmla="*/ 107 h 307"/>
                <a:gd name="T56" fmla="*/ 291 w 310"/>
                <a:gd name="T57" fmla="*/ 80 h 307"/>
                <a:gd name="T58" fmla="*/ 275 w 310"/>
                <a:gd name="T59" fmla="*/ 56 h 307"/>
                <a:gd name="T60" fmla="*/ 254 w 310"/>
                <a:gd name="T61" fmla="*/ 35 h 307"/>
                <a:gd name="T62" fmla="*/ 229 w 310"/>
                <a:gd name="T63" fmla="*/ 18 h 307"/>
                <a:gd name="T64" fmla="*/ 200 w 310"/>
                <a:gd name="T65" fmla="*/ 6 h 307"/>
                <a:gd name="T66" fmla="*/ 171 w 310"/>
                <a:gd name="T67" fmla="*/ 0 h 307"/>
                <a:gd name="T68" fmla="*/ 155 w 310"/>
                <a:gd name="T6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0" h="307">
                  <a:moveTo>
                    <a:pt x="155" y="0"/>
                  </a:moveTo>
                  <a:lnTo>
                    <a:pt x="155" y="0"/>
                  </a:lnTo>
                  <a:lnTo>
                    <a:pt x="140" y="0"/>
                  </a:lnTo>
                  <a:lnTo>
                    <a:pt x="124" y="2"/>
                  </a:lnTo>
                  <a:lnTo>
                    <a:pt x="109" y="6"/>
                  </a:lnTo>
                  <a:lnTo>
                    <a:pt x="95" y="12"/>
                  </a:lnTo>
                  <a:lnTo>
                    <a:pt x="83" y="18"/>
                  </a:lnTo>
                  <a:lnTo>
                    <a:pt x="68" y="27"/>
                  </a:lnTo>
                  <a:lnTo>
                    <a:pt x="58" y="35"/>
                  </a:lnTo>
                  <a:lnTo>
                    <a:pt x="46" y="45"/>
                  </a:lnTo>
                  <a:lnTo>
                    <a:pt x="35" y="56"/>
                  </a:lnTo>
                  <a:lnTo>
                    <a:pt x="27" y="68"/>
                  </a:lnTo>
                  <a:lnTo>
                    <a:pt x="19" y="80"/>
                  </a:lnTo>
                  <a:lnTo>
                    <a:pt x="13" y="95"/>
                  </a:lnTo>
                  <a:lnTo>
                    <a:pt x="8" y="107"/>
                  </a:lnTo>
                  <a:lnTo>
                    <a:pt x="4" y="124"/>
                  </a:lnTo>
                  <a:lnTo>
                    <a:pt x="2" y="138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2" y="169"/>
                  </a:lnTo>
                  <a:lnTo>
                    <a:pt x="4" y="185"/>
                  </a:lnTo>
                  <a:lnTo>
                    <a:pt x="8" y="200"/>
                  </a:lnTo>
                  <a:lnTo>
                    <a:pt x="13" y="214"/>
                  </a:lnTo>
                  <a:lnTo>
                    <a:pt x="19" y="227"/>
                  </a:lnTo>
                  <a:lnTo>
                    <a:pt x="27" y="241"/>
                  </a:lnTo>
                  <a:lnTo>
                    <a:pt x="35" y="252"/>
                  </a:lnTo>
                  <a:lnTo>
                    <a:pt x="46" y="264"/>
                  </a:lnTo>
                  <a:lnTo>
                    <a:pt x="58" y="272"/>
                  </a:lnTo>
                  <a:lnTo>
                    <a:pt x="68" y="282"/>
                  </a:lnTo>
                  <a:lnTo>
                    <a:pt x="83" y="289"/>
                  </a:lnTo>
                  <a:lnTo>
                    <a:pt x="95" y="297"/>
                  </a:lnTo>
                  <a:lnTo>
                    <a:pt x="109" y="301"/>
                  </a:lnTo>
                  <a:lnTo>
                    <a:pt x="124" y="305"/>
                  </a:lnTo>
                  <a:lnTo>
                    <a:pt x="140" y="307"/>
                  </a:lnTo>
                  <a:lnTo>
                    <a:pt x="155" y="307"/>
                  </a:lnTo>
                  <a:lnTo>
                    <a:pt x="155" y="307"/>
                  </a:lnTo>
                  <a:lnTo>
                    <a:pt x="171" y="307"/>
                  </a:lnTo>
                  <a:lnTo>
                    <a:pt x="186" y="305"/>
                  </a:lnTo>
                  <a:lnTo>
                    <a:pt x="200" y="301"/>
                  </a:lnTo>
                  <a:lnTo>
                    <a:pt x="215" y="297"/>
                  </a:lnTo>
                  <a:lnTo>
                    <a:pt x="229" y="289"/>
                  </a:lnTo>
                  <a:lnTo>
                    <a:pt x="242" y="282"/>
                  </a:lnTo>
                  <a:lnTo>
                    <a:pt x="254" y="272"/>
                  </a:lnTo>
                  <a:lnTo>
                    <a:pt x="264" y="264"/>
                  </a:lnTo>
                  <a:lnTo>
                    <a:pt x="275" y="252"/>
                  </a:lnTo>
                  <a:lnTo>
                    <a:pt x="283" y="241"/>
                  </a:lnTo>
                  <a:lnTo>
                    <a:pt x="291" y="227"/>
                  </a:lnTo>
                  <a:lnTo>
                    <a:pt x="297" y="214"/>
                  </a:lnTo>
                  <a:lnTo>
                    <a:pt x="303" y="200"/>
                  </a:lnTo>
                  <a:lnTo>
                    <a:pt x="306" y="185"/>
                  </a:lnTo>
                  <a:lnTo>
                    <a:pt x="310" y="169"/>
                  </a:lnTo>
                  <a:lnTo>
                    <a:pt x="310" y="155"/>
                  </a:lnTo>
                  <a:lnTo>
                    <a:pt x="310" y="155"/>
                  </a:lnTo>
                  <a:lnTo>
                    <a:pt x="310" y="138"/>
                  </a:lnTo>
                  <a:lnTo>
                    <a:pt x="306" y="124"/>
                  </a:lnTo>
                  <a:lnTo>
                    <a:pt x="303" y="107"/>
                  </a:lnTo>
                  <a:lnTo>
                    <a:pt x="297" y="95"/>
                  </a:lnTo>
                  <a:lnTo>
                    <a:pt x="291" y="80"/>
                  </a:lnTo>
                  <a:lnTo>
                    <a:pt x="283" y="68"/>
                  </a:lnTo>
                  <a:lnTo>
                    <a:pt x="275" y="56"/>
                  </a:lnTo>
                  <a:lnTo>
                    <a:pt x="264" y="45"/>
                  </a:lnTo>
                  <a:lnTo>
                    <a:pt x="254" y="35"/>
                  </a:lnTo>
                  <a:lnTo>
                    <a:pt x="242" y="27"/>
                  </a:lnTo>
                  <a:lnTo>
                    <a:pt x="229" y="18"/>
                  </a:lnTo>
                  <a:lnTo>
                    <a:pt x="215" y="12"/>
                  </a:lnTo>
                  <a:lnTo>
                    <a:pt x="200" y="6"/>
                  </a:lnTo>
                  <a:lnTo>
                    <a:pt x="186" y="2"/>
                  </a:lnTo>
                  <a:lnTo>
                    <a:pt x="171" y="0"/>
                  </a:ln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gradFill>
                  <a:gsLst>
                    <a:gs pos="0">
                      <a:srgbClr val="FFEBC4"/>
                    </a:gs>
                    <a:gs pos="100000">
                      <a:srgbClr val="FEDA90"/>
                    </a:gs>
                  </a:gsLst>
                  <a:lin ang="2700000" scaled="0"/>
                </a:gradFill>
                <a:latin typeface="Arial" panose="020B0604020202020204" pitchFamily="34" charset="0"/>
                <a:ea typeface="微软雅黑" panose="020B0503020204020204" pitchFamily="34" charset="-122"/>
                <a:cs typeface="思源黑体旧字形 Light" panose="020B0300000000000000" charset="-128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 advTm="392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Q2NjU0MWJhYWJlODQ0MTg4NWU0OTZhN2QyMDhiY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.6462992125984,&quot;left&quot;:131.88299212598423,&quot;top&quot;:165.4500787401575,&quot;width&quot;:682.758503937008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6|0.2|0.2|0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6761</TotalTime>
  <Words>732</Words>
  <Application>Microsoft Office PowerPoint</Application>
  <PresentationFormat>宽屏</PresentationFormat>
  <Paragraphs>168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包图粗黑体</vt:lpstr>
      <vt:lpstr>等线</vt:lpstr>
      <vt:lpstr>等线 Light</vt:lpstr>
      <vt:lpstr>黑体</vt:lpstr>
      <vt:lpstr>思源黑体旧字形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Jay Tang</cp:lastModifiedBy>
  <cp:revision>164</cp:revision>
  <dcterms:created xsi:type="dcterms:W3CDTF">2024-10-27T04:46:00Z</dcterms:created>
  <dcterms:modified xsi:type="dcterms:W3CDTF">2026-01-16T03:53:28Z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273EF3A92BBA4E24A2EF9026B50640C1_13</vt:lpwstr>
  </property>
  <property fmtid="{D5CDD505-2E9C-101B-9397-08002B2CF9AE}" pid="3" name="KSOProductBuildVer">
    <vt:lpwstr>2052-12.1.0.18912</vt:lpwstr>
  </property>
</Properties>
</file>